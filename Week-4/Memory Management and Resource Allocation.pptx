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A128A5-E12B-47D0-B8D5-2469CE85943B}" v="14" dt="2025-10-17T18:33:38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70988"/>
  </p:normalViewPr>
  <p:slideViewPr>
    <p:cSldViewPr snapToGrid="0" snapToObjects="1">
      <p:cViewPr>
        <p:scale>
          <a:sx n="121" d="100"/>
          <a:sy n="121" d="100"/>
        </p:scale>
        <p:origin x="200" y="-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bih Fatima" userId="1bfc5837-7f35-42e4-8f44-176c47f815d8" providerId="ADAL" clId="{3FE161B3-05B9-486D-8A35-14CCA4D9D23C}"/>
    <pc:docChg chg="undo custSel modSld">
      <pc:chgData name="Shabih Fatima" userId="1bfc5837-7f35-42e4-8f44-176c47f815d8" providerId="ADAL" clId="{3FE161B3-05B9-486D-8A35-14CCA4D9D23C}" dt="2025-10-17T18:34:49.035" v="122" actId="20577"/>
      <pc:docMkLst>
        <pc:docMk/>
      </pc:docMkLst>
      <pc:sldChg chg="modSp mod">
        <pc:chgData name="Shabih Fatima" userId="1bfc5837-7f35-42e4-8f44-176c47f815d8" providerId="ADAL" clId="{3FE161B3-05B9-486D-8A35-14CCA4D9D23C}" dt="2025-10-17T17:12:11.909" v="10" actId="113"/>
        <pc:sldMkLst>
          <pc:docMk/>
          <pc:sldMk cId="0" sldId="256"/>
        </pc:sldMkLst>
        <pc:spChg chg="mod">
          <ac:chgData name="Shabih Fatima" userId="1bfc5837-7f35-42e4-8f44-176c47f815d8" providerId="ADAL" clId="{3FE161B3-05B9-486D-8A35-14CCA4D9D23C}" dt="2025-10-17T17:12:11.909" v="10" actId="113"/>
          <ac:spMkLst>
            <pc:docMk/>
            <pc:sldMk cId="0" sldId="256"/>
            <ac:spMk id="15" creationId="{00000000-0000-0000-0000-000000000000}"/>
          </ac:spMkLst>
        </pc:spChg>
      </pc:sldChg>
      <pc:sldChg chg="addSp delSp modSp mod">
        <pc:chgData name="Shabih Fatima" userId="1bfc5837-7f35-42e4-8f44-176c47f815d8" providerId="ADAL" clId="{3FE161B3-05B9-486D-8A35-14CCA4D9D23C}" dt="2025-10-17T18:18:21.252" v="111" actId="1076"/>
        <pc:sldMkLst>
          <pc:docMk/>
          <pc:sldMk cId="0" sldId="258"/>
        </pc:sldMkLst>
        <pc:spChg chg="mod">
          <ac:chgData name="Shabih Fatima" userId="1bfc5837-7f35-42e4-8f44-176c47f815d8" providerId="ADAL" clId="{3FE161B3-05B9-486D-8A35-14CCA4D9D23C}" dt="2025-10-17T17:08:01.205" v="7" actId="207"/>
          <ac:spMkLst>
            <pc:docMk/>
            <pc:sldMk cId="0" sldId="258"/>
            <ac:spMk id="59" creationId="{00000000-0000-0000-0000-000000000000}"/>
          </ac:spMkLst>
        </pc:spChg>
        <pc:spChg chg="add del">
          <ac:chgData name="Shabih Fatima" userId="1bfc5837-7f35-42e4-8f44-176c47f815d8" providerId="ADAL" clId="{3FE161B3-05B9-486D-8A35-14CCA4D9D23C}" dt="2025-10-17T18:17:10.771" v="104" actId="22"/>
          <ac:spMkLst>
            <pc:docMk/>
            <pc:sldMk cId="0" sldId="258"/>
            <ac:spMk id="72" creationId="{FCD3C231-B9DD-D5D7-2D28-DEA62BAE52B4}"/>
          </ac:spMkLst>
        </pc:spChg>
        <pc:spChg chg="add mod">
          <ac:chgData name="Shabih Fatima" userId="1bfc5837-7f35-42e4-8f44-176c47f815d8" providerId="ADAL" clId="{3FE161B3-05B9-486D-8A35-14CCA4D9D23C}" dt="2025-10-17T18:18:21.252" v="111" actId="1076"/>
          <ac:spMkLst>
            <pc:docMk/>
            <pc:sldMk cId="0" sldId="258"/>
            <ac:spMk id="74" creationId="{EEA72BE3-40EC-9336-3155-4CB2A5260A11}"/>
          </ac:spMkLst>
        </pc:spChg>
        <pc:picChg chg="mod">
          <ac:chgData name="Shabih Fatima" userId="1bfc5837-7f35-42e4-8f44-176c47f815d8" providerId="ADAL" clId="{3FE161B3-05B9-486D-8A35-14CCA4D9D23C}" dt="2025-10-17T18:17:03.952" v="102" actId="14100"/>
          <ac:picMkLst>
            <pc:docMk/>
            <pc:sldMk cId="0" sldId="258"/>
            <ac:picMk id="22" creationId="{00000000-0000-0000-0000-000000000000}"/>
          </ac:picMkLst>
        </pc:picChg>
      </pc:sldChg>
      <pc:sldChg chg="addSp delSp modSp mod">
        <pc:chgData name="Shabih Fatima" userId="1bfc5837-7f35-42e4-8f44-176c47f815d8" providerId="ADAL" clId="{3FE161B3-05B9-486D-8A35-14CCA4D9D23C}" dt="2025-10-17T18:12:34.160" v="100" actId="113"/>
        <pc:sldMkLst>
          <pc:docMk/>
          <pc:sldMk cId="0" sldId="260"/>
        </pc:sldMkLst>
        <pc:spChg chg="mod">
          <ac:chgData name="Shabih Fatima" userId="1bfc5837-7f35-42e4-8f44-176c47f815d8" providerId="ADAL" clId="{3FE161B3-05B9-486D-8A35-14CCA4D9D23C}" dt="2025-10-17T18:09:45.982" v="85" actId="20577"/>
          <ac:spMkLst>
            <pc:docMk/>
            <pc:sldMk cId="0" sldId="260"/>
            <ac:spMk id="36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17T18:11:33.104" v="89" actId="1076"/>
          <ac:spMkLst>
            <pc:docMk/>
            <pc:sldMk cId="0" sldId="260"/>
            <ac:spMk id="52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17T18:12:26.092" v="99" actId="1076"/>
          <ac:spMkLst>
            <pc:docMk/>
            <pc:sldMk cId="0" sldId="260"/>
            <ac:spMk id="53" creationId="{00000000-0000-0000-0000-000000000000}"/>
          </ac:spMkLst>
        </pc:spChg>
        <pc:spChg chg="add del">
          <ac:chgData name="Shabih Fatima" userId="1bfc5837-7f35-42e4-8f44-176c47f815d8" providerId="ADAL" clId="{3FE161B3-05B9-486D-8A35-14CCA4D9D23C}" dt="2025-10-17T18:11:41.326" v="92" actId="22"/>
          <ac:spMkLst>
            <pc:docMk/>
            <pc:sldMk cId="0" sldId="260"/>
            <ac:spMk id="68" creationId="{1AFD2570-4C28-F8D9-2D2F-21AC514B2805}"/>
          </ac:spMkLst>
        </pc:spChg>
        <pc:spChg chg="add mod">
          <ac:chgData name="Shabih Fatima" userId="1bfc5837-7f35-42e4-8f44-176c47f815d8" providerId="ADAL" clId="{3FE161B3-05B9-486D-8A35-14CCA4D9D23C}" dt="2025-10-17T18:12:34.160" v="100" actId="113"/>
          <ac:spMkLst>
            <pc:docMk/>
            <pc:sldMk cId="0" sldId="260"/>
            <ac:spMk id="70" creationId="{AC6DC7DB-68C8-8590-587D-D9D581C30FF8}"/>
          </ac:spMkLst>
        </pc:spChg>
        <pc:picChg chg="mod">
          <ac:chgData name="Shabih Fatima" userId="1bfc5837-7f35-42e4-8f44-176c47f815d8" providerId="ADAL" clId="{3FE161B3-05B9-486D-8A35-14CCA4D9D23C}" dt="2025-10-17T18:11:22.679" v="87" actId="14100"/>
          <ac:picMkLst>
            <pc:docMk/>
            <pc:sldMk cId="0" sldId="260"/>
            <ac:picMk id="7" creationId="{00000000-0000-0000-0000-000000000000}"/>
          </ac:picMkLst>
        </pc:picChg>
        <pc:picChg chg="mod">
          <ac:chgData name="Shabih Fatima" userId="1bfc5837-7f35-42e4-8f44-176c47f815d8" providerId="ADAL" clId="{3FE161B3-05B9-486D-8A35-14CCA4D9D23C}" dt="2025-10-17T18:11:26.129" v="88" actId="1076"/>
          <ac:picMkLst>
            <pc:docMk/>
            <pc:sldMk cId="0" sldId="260"/>
            <ac:picMk id="18" creationId="{00000000-0000-0000-0000-000000000000}"/>
          </ac:picMkLst>
        </pc:picChg>
        <pc:picChg chg="mod">
          <ac:chgData name="Shabih Fatima" userId="1bfc5837-7f35-42e4-8f44-176c47f815d8" providerId="ADAL" clId="{3FE161B3-05B9-486D-8A35-14CCA4D9D23C}" dt="2025-10-17T18:11:35.930" v="90" actId="1076"/>
          <ac:picMkLst>
            <pc:docMk/>
            <pc:sldMk cId="0" sldId="260"/>
            <ac:picMk id="19" creationId="{00000000-0000-0000-0000-000000000000}"/>
          </ac:picMkLst>
        </pc:picChg>
        <pc:picChg chg="mod">
          <ac:chgData name="Shabih Fatima" userId="1bfc5837-7f35-42e4-8f44-176c47f815d8" providerId="ADAL" clId="{3FE161B3-05B9-486D-8A35-14CCA4D9D23C}" dt="2025-10-17T18:12:18.834" v="98" actId="1076"/>
          <ac:picMkLst>
            <pc:docMk/>
            <pc:sldMk cId="0" sldId="260"/>
            <ac:picMk id="20" creationId="{00000000-0000-0000-0000-000000000000}"/>
          </ac:picMkLst>
        </pc:picChg>
      </pc:sldChg>
      <pc:sldChg chg="delSp modSp mod">
        <pc:chgData name="Shabih Fatima" userId="1bfc5837-7f35-42e4-8f44-176c47f815d8" providerId="ADAL" clId="{3FE161B3-05B9-486D-8A35-14CCA4D9D23C}" dt="2025-10-17T17:55:14.626" v="70" actId="1076"/>
        <pc:sldMkLst>
          <pc:docMk/>
          <pc:sldMk cId="0" sldId="261"/>
        </pc:sldMkLst>
        <pc:spChg chg="mod">
          <ac:chgData name="Shabih Fatima" userId="1bfc5837-7f35-42e4-8f44-176c47f815d8" providerId="ADAL" clId="{3FE161B3-05B9-486D-8A35-14CCA4D9D23C}" dt="2025-10-17T17:28:27.047" v="26" actId="20577"/>
          <ac:spMkLst>
            <pc:docMk/>
            <pc:sldMk cId="0" sldId="261"/>
            <ac:spMk id="40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17T17:40:56.186" v="42" actId="20577"/>
          <ac:spMkLst>
            <pc:docMk/>
            <pc:sldMk cId="0" sldId="261"/>
            <ac:spMk id="41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17T17:53:58.897" v="61" actId="1076"/>
          <ac:spMkLst>
            <pc:docMk/>
            <pc:sldMk cId="0" sldId="261"/>
            <ac:spMk id="44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17T17:29:58.999" v="31" actId="1076"/>
          <ac:spMkLst>
            <pc:docMk/>
            <pc:sldMk cId="0" sldId="261"/>
            <ac:spMk id="50" creationId="{00000000-0000-0000-0000-000000000000}"/>
          </ac:spMkLst>
        </pc:spChg>
        <pc:spChg chg="del">
          <ac:chgData name="Shabih Fatima" userId="1bfc5837-7f35-42e4-8f44-176c47f815d8" providerId="ADAL" clId="{3FE161B3-05B9-486D-8A35-14CCA4D9D23C}" dt="2025-10-17T17:53:14.187" v="50" actId="478"/>
          <ac:spMkLst>
            <pc:docMk/>
            <pc:sldMk cId="0" sldId="261"/>
            <ac:spMk id="52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17T17:54:22.413" v="64" actId="1076"/>
          <ac:spMkLst>
            <pc:docMk/>
            <pc:sldMk cId="0" sldId="261"/>
            <ac:spMk id="54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17T17:54:17.926" v="63" actId="1076"/>
          <ac:spMkLst>
            <pc:docMk/>
            <pc:sldMk cId="0" sldId="261"/>
            <ac:spMk id="55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17T17:54:32.648" v="65" actId="1076"/>
          <ac:spMkLst>
            <pc:docMk/>
            <pc:sldMk cId="0" sldId="261"/>
            <ac:spMk id="57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17T17:54:41.781" v="66" actId="1076"/>
          <ac:spMkLst>
            <pc:docMk/>
            <pc:sldMk cId="0" sldId="261"/>
            <ac:spMk id="58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17T17:30:15.734" v="40" actId="20577"/>
          <ac:spMkLst>
            <pc:docMk/>
            <pc:sldMk cId="0" sldId="261"/>
            <ac:spMk id="60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17T17:53:27.321" v="54" actId="20577"/>
          <ac:spMkLst>
            <pc:docMk/>
            <pc:sldMk cId="0" sldId="261"/>
            <ac:spMk id="61" creationId="{00000000-0000-0000-0000-000000000000}"/>
          </ac:spMkLst>
        </pc:spChg>
        <pc:spChg chg="del mod">
          <ac:chgData name="Shabih Fatima" userId="1bfc5837-7f35-42e4-8f44-176c47f815d8" providerId="ADAL" clId="{3FE161B3-05B9-486D-8A35-14CCA4D9D23C}" dt="2025-10-17T17:53:37.656" v="58" actId="478"/>
          <ac:spMkLst>
            <pc:docMk/>
            <pc:sldMk cId="0" sldId="261"/>
            <ac:spMk id="62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17T17:55:03.985" v="69" actId="1076"/>
          <ac:spMkLst>
            <pc:docMk/>
            <pc:sldMk cId="0" sldId="261"/>
            <ac:spMk id="64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17T17:54:57.079" v="68" actId="1076"/>
          <ac:spMkLst>
            <pc:docMk/>
            <pc:sldMk cId="0" sldId="261"/>
            <ac:spMk id="65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17T17:55:14.626" v="70" actId="1076"/>
          <ac:spMkLst>
            <pc:docMk/>
            <pc:sldMk cId="0" sldId="261"/>
            <ac:spMk id="68" creationId="{00000000-0000-0000-0000-000000000000}"/>
          </ac:spMkLst>
        </pc:spChg>
        <pc:picChg chg="del">
          <ac:chgData name="Shabih Fatima" userId="1bfc5837-7f35-42e4-8f44-176c47f815d8" providerId="ADAL" clId="{3FE161B3-05B9-486D-8A35-14CCA4D9D23C}" dt="2025-10-17T17:40:52.949" v="41" actId="478"/>
          <ac:picMkLst>
            <pc:docMk/>
            <pc:sldMk cId="0" sldId="261"/>
            <ac:picMk id="10" creationId="{00000000-0000-0000-0000-000000000000}"/>
          </ac:picMkLst>
        </pc:picChg>
        <pc:picChg chg="del">
          <ac:chgData name="Shabih Fatima" userId="1bfc5837-7f35-42e4-8f44-176c47f815d8" providerId="ADAL" clId="{3FE161B3-05B9-486D-8A35-14CCA4D9D23C}" dt="2025-10-17T17:52:48.247" v="46" actId="478"/>
          <ac:picMkLst>
            <pc:docMk/>
            <pc:sldMk cId="0" sldId="261"/>
            <ac:picMk id="11" creationId="{00000000-0000-0000-0000-000000000000}"/>
          </ac:picMkLst>
        </pc:picChg>
        <pc:picChg chg="del">
          <ac:chgData name="Shabih Fatima" userId="1bfc5837-7f35-42e4-8f44-176c47f815d8" providerId="ADAL" clId="{3FE161B3-05B9-486D-8A35-14CCA4D9D23C}" dt="2025-10-17T17:52:46.417" v="45" actId="478"/>
          <ac:picMkLst>
            <pc:docMk/>
            <pc:sldMk cId="0" sldId="261"/>
            <ac:picMk id="12" creationId="{00000000-0000-0000-0000-000000000000}"/>
          </ac:picMkLst>
        </pc:picChg>
        <pc:picChg chg="del">
          <ac:chgData name="Shabih Fatima" userId="1bfc5837-7f35-42e4-8f44-176c47f815d8" providerId="ADAL" clId="{3FE161B3-05B9-486D-8A35-14CCA4D9D23C}" dt="2025-10-17T17:52:44.164" v="44" actId="478"/>
          <ac:picMkLst>
            <pc:docMk/>
            <pc:sldMk cId="0" sldId="261"/>
            <ac:picMk id="13" creationId="{00000000-0000-0000-0000-000000000000}"/>
          </ac:picMkLst>
        </pc:picChg>
        <pc:picChg chg="del">
          <ac:chgData name="Shabih Fatima" userId="1bfc5837-7f35-42e4-8f44-176c47f815d8" providerId="ADAL" clId="{3FE161B3-05B9-486D-8A35-14CCA4D9D23C}" dt="2025-10-17T17:52:42.025" v="43" actId="478"/>
          <ac:picMkLst>
            <pc:docMk/>
            <pc:sldMk cId="0" sldId="261"/>
            <ac:picMk id="14" creationId="{00000000-0000-0000-0000-000000000000}"/>
          </ac:picMkLst>
        </pc:picChg>
        <pc:picChg chg="del">
          <ac:chgData name="Shabih Fatima" userId="1bfc5837-7f35-42e4-8f44-176c47f815d8" providerId="ADAL" clId="{3FE161B3-05B9-486D-8A35-14CCA4D9D23C}" dt="2025-10-17T17:52:50.686" v="47" actId="478"/>
          <ac:picMkLst>
            <pc:docMk/>
            <pc:sldMk cId="0" sldId="261"/>
            <ac:picMk id="18" creationId="{00000000-0000-0000-0000-000000000000}"/>
          </ac:picMkLst>
        </pc:picChg>
        <pc:picChg chg="del">
          <ac:chgData name="Shabih Fatima" userId="1bfc5837-7f35-42e4-8f44-176c47f815d8" providerId="ADAL" clId="{3FE161B3-05B9-486D-8A35-14CCA4D9D23C}" dt="2025-10-17T17:52:52.925" v="48" actId="478"/>
          <ac:picMkLst>
            <pc:docMk/>
            <pc:sldMk cId="0" sldId="261"/>
            <ac:picMk id="19" creationId="{00000000-0000-0000-0000-000000000000}"/>
          </ac:picMkLst>
        </pc:picChg>
        <pc:picChg chg="del">
          <ac:chgData name="Shabih Fatima" userId="1bfc5837-7f35-42e4-8f44-176c47f815d8" providerId="ADAL" clId="{3FE161B3-05B9-486D-8A35-14CCA4D9D23C}" dt="2025-10-17T17:52:54.810" v="49" actId="478"/>
          <ac:picMkLst>
            <pc:docMk/>
            <pc:sldMk cId="0" sldId="261"/>
            <ac:picMk id="20" creationId="{00000000-0000-0000-0000-000000000000}"/>
          </ac:picMkLst>
        </pc:picChg>
        <pc:picChg chg="del">
          <ac:chgData name="Shabih Fatima" userId="1bfc5837-7f35-42e4-8f44-176c47f815d8" providerId="ADAL" clId="{3FE161B3-05B9-486D-8A35-14CCA4D9D23C}" dt="2025-10-17T17:53:19.165" v="51" actId="478"/>
          <ac:picMkLst>
            <pc:docMk/>
            <pc:sldMk cId="0" sldId="261"/>
            <ac:picMk id="21" creationId="{00000000-0000-0000-0000-000000000000}"/>
          </ac:picMkLst>
        </pc:picChg>
        <pc:picChg chg="del">
          <ac:chgData name="Shabih Fatima" userId="1bfc5837-7f35-42e4-8f44-176c47f815d8" providerId="ADAL" clId="{3FE161B3-05B9-486D-8A35-14CCA4D9D23C}" dt="2025-10-17T17:53:23.178" v="52" actId="478"/>
          <ac:picMkLst>
            <pc:docMk/>
            <pc:sldMk cId="0" sldId="261"/>
            <ac:picMk id="22" creationId="{00000000-0000-0000-0000-000000000000}"/>
          </ac:picMkLst>
        </pc:picChg>
        <pc:picChg chg="del">
          <ac:chgData name="Shabih Fatima" userId="1bfc5837-7f35-42e4-8f44-176c47f815d8" providerId="ADAL" clId="{3FE161B3-05B9-486D-8A35-14CCA4D9D23C}" dt="2025-10-17T17:53:25.176" v="53" actId="478"/>
          <ac:picMkLst>
            <pc:docMk/>
            <pc:sldMk cId="0" sldId="261"/>
            <ac:picMk id="26" creationId="{00000000-0000-0000-0000-000000000000}"/>
          </ac:picMkLst>
        </pc:picChg>
        <pc:picChg chg="del">
          <ac:chgData name="Shabih Fatima" userId="1bfc5837-7f35-42e4-8f44-176c47f815d8" providerId="ADAL" clId="{3FE161B3-05B9-486D-8A35-14CCA4D9D23C}" dt="2025-10-17T17:53:30.951" v="55" actId="478"/>
          <ac:picMkLst>
            <pc:docMk/>
            <pc:sldMk cId="0" sldId="261"/>
            <ac:picMk id="27" creationId="{00000000-0000-0000-0000-000000000000}"/>
          </ac:picMkLst>
        </pc:picChg>
        <pc:picChg chg="del">
          <ac:chgData name="Shabih Fatima" userId="1bfc5837-7f35-42e4-8f44-176c47f815d8" providerId="ADAL" clId="{3FE161B3-05B9-486D-8A35-14CCA4D9D23C}" dt="2025-10-17T17:53:33.057" v="56" actId="478"/>
          <ac:picMkLst>
            <pc:docMk/>
            <pc:sldMk cId="0" sldId="261"/>
            <ac:picMk id="28" creationId="{00000000-0000-0000-0000-000000000000}"/>
          </ac:picMkLst>
        </pc:picChg>
        <pc:picChg chg="del">
          <ac:chgData name="Shabih Fatima" userId="1bfc5837-7f35-42e4-8f44-176c47f815d8" providerId="ADAL" clId="{3FE161B3-05B9-486D-8A35-14CCA4D9D23C}" dt="2025-10-17T17:53:39.718" v="59" actId="478"/>
          <ac:picMkLst>
            <pc:docMk/>
            <pc:sldMk cId="0" sldId="261"/>
            <ac:picMk id="29" creationId="{00000000-0000-0000-0000-000000000000}"/>
          </ac:picMkLst>
        </pc:picChg>
        <pc:picChg chg="del">
          <ac:chgData name="Shabih Fatima" userId="1bfc5837-7f35-42e4-8f44-176c47f815d8" providerId="ADAL" clId="{3FE161B3-05B9-486D-8A35-14CCA4D9D23C}" dt="2025-10-17T17:53:44.077" v="60" actId="478"/>
          <ac:picMkLst>
            <pc:docMk/>
            <pc:sldMk cId="0" sldId="261"/>
            <ac:picMk id="30" creationId="{00000000-0000-0000-0000-000000000000}"/>
          </ac:picMkLst>
        </pc:picChg>
      </pc:sldChg>
      <pc:sldChg chg="delSp modSp mod">
        <pc:chgData name="Shabih Fatima" userId="1bfc5837-7f35-42e4-8f44-176c47f815d8" providerId="ADAL" clId="{3FE161B3-05B9-486D-8A35-14CCA4D9D23C}" dt="2025-10-17T17:57:18.728" v="78" actId="1076"/>
        <pc:sldMkLst>
          <pc:docMk/>
          <pc:sldMk cId="0" sldId="263"/>
        </pc:sldMkLst>
        <pc:spChg chg="del">
          <ac:chgData name="Shabih Fatima" userId="1bfc5837-7f35-42e4-8f44-176c47f815d8" providerId="ADAL" clId="{3FE161B3-05B9-486D-8A35-14CCA4D9D23C}" dt="2025-10-17T17:56:34.462" v="72" actId="478"/>
          <ac:spMkLst>
            <pc:docMk/>
            <pc:sldMk cId="0" sldId="263"/>
            <ac:spMk id="45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17T17:57:13.465" v="77" actId="1076"/>
          <ac:spMkLst>
            <pc:docMk/>
            <pc:sldMk cId="0" sldId="263"/>
            <ac:spMk id="46" creationId="{00000000-0000-0000-0000-000000000000}"/>
          </ac:spMkLst>
        </pc:spChg>
        <pc:picChg chg="del">
          <ac:chgData name="Shabih Fatima" userId="1bfc5837-7f35-42e4-8f44-176c47f815d8" providerId="ADAL" clId="{3FE161B3-05B9-486D-8A35-14CCA4D9D23C}" dt="2025-10-17T17:56:36.658" v="73" actId="478"/>
          <ac:picMkLst>
            <pc:docMk/>
            <pc:sldMk cId="0" sldId="263"/>
            <ac:picMk id="27" creationId="{00000000-0000-0000-0000-000000000000}"/>
          </ac:picMkLst>
        </pc:picChg>
        <pc:picChg chg="del">
          <ac:chgData name="Shabih Fatima" userId="1bfc5837-7f35-42e4-8f44-176c47f815d8" providerId="ADAL" clId="{3FE161B3-05B9-486D-8A35-14CCA4D9D23C}" dt="2025-10-17T17:56:28.287" v="71" actId="478"/>
          <ac:picMkLst>
            <pc:docMk/>
            <pc:sldMk cId="0" sldId="263"/>
            <ac:picMk id="28" creationId="{00000000-0000-0000-0000-000000000000}"/>
          </ac:picMkLst>
        </pc:picChg>
        <pc:picChg chg="mod">
          <ac:chgData name="Shabih Fatima" userId="1bfc5837-7f35-42e4-8f44-176c47f815d8" providerId="ADAL" clId="{3FE161B3-05B9-486D-8A35-14CCA4D9D23C}" dt="2025-10-17T17:57:00.151" v="74" actId="1076"/>
          <ac:picMkLst>
            <pc:docMk/>
            <pc:sldMk cId="0" sldId="263"/>
            <ac:picMk id="29" creationId="{00000000-0000-0000-0000-000000000000}"/>
          </ac:picMkLst>
        </pc:picChg>
        <pc:picChg chg="mod">
          <ac:chgData name="Shabih Fatima" userId="1bfc5837-7f35-42e4-8f44-176c47f815d8" providerId="ADAL" clId="{3FE161B3-05B9-486D-8A35-14CCA4D9D23C}" dt="2025-10-17T17:57:18.728" v="78" actId="1076"/>
          <ac:picMkLst>
            <pc:docMk/>
            <pc:sldMk cId="0" sldId="263"/>
            <ac:picMk id="30" creationId="{00000000-0000-0000-0000-000000000000}"/>
          </ac:picMkLst>
        </pc:picChg>
      </pc:sldChg>
      <pc:sldChg chg="modSp mod">
        <pc:chgData name="Shabih Fatima" userId="1bfc5837-7f35-42e4-8f44-176c47f815d8" providerId="ADAL" clId="{3FE161B3-05B9-486D-8A35-14CCA4D9D23C}" dt="2025-10-17T18:34:49.035" v="122" actId="20577"/>
        <pc:sldMkLst>
          <pc:docMk/>
          <pc:sldMk cId="0" sldId="267"/>
        </pc:sldMkLst>
        <pc:spChg chg="mod">
          <ac:chgData name="Shabih Fatima" userId="1bfc5837-7f35-42e4-8f44-176c47f815d8" providerId="ADAL" clId="{3FE161B3-05B9-486D-8A35-14CCA4D9D23C}" dt="2025-10-17T18:34:49.035" v="122" actId="20577"/>
          <ac:spMkLst>
            <pc:docMk/>
            <pc:sldMk cId="0" sldId="267"/>
            <ac:spMk id="23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17T18:33:56.213" v="115" actId="14100"/>
          <ac:spMkLst>
            <pc:docMk/>
            <pc:sldMk cId="0" sldId="267"/>
            <ac:spMk id="2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6244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image" Target="../media/image12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28" Type="http://schemas.openxmlformats.org/officeDocument/2006/relationships/image" Target="../media/image37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12.png"/><Relationship Id="rId21" Type="http://schemas.openxmlformats.org/officeDocument/2006/relationships/image" Target="../media/image52.png"/><Relationship Id="rId7" Type="http://schemas.openxmlformats.org/officeDocument/2006/relationships/image" Target="../media/image16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2.png"/><Relationship Id="rId5" Type="http://schemas.openxmlformats.org/officeDocument/2006/relationships/image" Target="../media/image14.png"/><Relationship Id="rId15" Type="http://schemas.openxmlformats.org/officeDocument/2006/relationships/image" Target="../media/image46.png"/><Relationship Id="rId23" Type="http://schemas.openxmlformats.org/officeDocument/2006/relationships/image" Target="../media/image37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13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58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56.png"/><Relationship Id="rId5" Type="http://schemas.openxmlformats.org/officeDocument/2006/relationships/image" Target="../media/image14.png"/><Relationship Id="rId10" Type="http://schemas.openxmlformats.org/officeDocument/2006/relationships/image" Target="../media/image55.png"/><Relationship Id="rId4" Type="http://schemas.openxmlformats.org/officeDocument/2006/relationships/image" Target="../media/image13.png"/><Relationship Id="rId9" Type="http://schemas.openxmlformats.org/officeDocument/2006/relationships/image" Target="../media/image54.png"/><Relationship Id="rId1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26" Type="http://schemas.openxmlformats.org/officeDocument/2006/relationships/image" Target="../media/image79.png"/><Relationship Id="rId3" Type="http://schemas.openxmlformats.org/officeDocument/2006/relationships/image" Target="../media/image12.png"/><Relationship Id="rId21" Type="http://schemas.openxmlformats.org/officeDocument/2006/relationships/image" Target="../media/image74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5" Type="http://schemas.openxmlformats.org/officeDocument/2006/relationships/image" Target="../media/image14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28" Type="http://schemas.openxmlformats.org/officeDocument/2006/relationships/image" Target="../media/image81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13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Relationship Id="rId27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81.png"/><Relationship Id="rId3" Type="http://schemas.openxmlformats.org/officeDocument/2006/relationships/image" Target="../media/image12.png"/><Relationship Id="rId7" Type="http://schemas.openxmlformats.org/officeDocument/2006/relationships/image" Target="../media/image59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85.png"/><Relationship Id="rId5" Type="http://schemas.openxmlformats.org/officeDocument/2006/relationships/image" Target="../media/image14.png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19" Type="http://schemas.openxmlformats.org/officeDocument/2006/relationships/image" Target="../media/image37.png"/><Relationship Id="rId4" Type="http://schemas.openxmlformats.org/officeDocument/2006/relationships/image" Target="../media/image13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26" Type="http://schemas.openxmlformats.org/officeDocument/2006/relationships/image" Target="../media/image111.png"/><Relationship Id="rId3" Type="http://schemas.openxmlformats.org/officeDocument/2006/relationships/image" Target="../media/image12.png"/><Relationship Id="rId21" Type="http://schemas.openxmlformats.org/officeDocument/2006/relationships/image" Target="../media/image106.png"/><Relationship Id="rId7" Type="http://schemas.openxmlformats.org/officeDocument/2006/relationships/image" Target="../media/image15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5" Type="http://schemas.openxmlformats.org/officeDocument/2006/relationships/image" Target="../media/image11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29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6.png"/><Relationship Id="rId24" Type="http://schemas.openxmlformats.org/officeDocument/2006/relationships/image" Target="../media/image109.png"/><Relationship Id="rId5" Type="http://schemas.openxmlformats.org/officeDocument/2006/relationships/image" Target="../media/image14.png"/><Relationship Id="rId15" Type="http://schemas.openxmlformats.org/officeDocument/2006/relationships/image" Target="../media/image100.png"/><Relationship Id="rId23" Type="http://schemas.openxmlformats.org/officeDocument/2006/relationships/image" Target="../media/image108.png"/><Relationship Id="rId28" Type="http://schemas.openxmlformats.org/officeDocument/2006/relationships/image" Target="../media/image113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31" Type="http://schemas.openxmlformats.org/officeDocument/2006/relationships/image" Target="../media/image37.png"/><Relationship Id="rId4" Type="http://schemas.openxmlformats.org/officeDocument/2006/relationships/image" Target="../media/image13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png"/><Relationship Id="rId27" Type="http://schemas.openxmlformats.org/officeDocument/2006/relationships/image" Target="../media/image112.png"/><Relationship Id="rId30" Type="http://schemas.openxmlformats.org/officeDocument/2006/relationships/image" Target="../media/image1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18" Type="http://schemas.openxmlformats.org/officeDocument/2006/relationships/image" Target="../media/image128.png"/><Relationship Id="rId3" Type="http://schemas.openxmlformats.org/officeDocument/2006/relationships/image" Target="../media/image12.png"/><Relationship Id="rId21" Type="http://schemas.openxmlformats.org/officeDocument/2006/relationships/image" Target="../media/image131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17" Type="http://schemas.openxmlformats.org/officeDocument/2006/relationships/image" Target="../media/image127.png"/><Relationship Id="rId25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6.png"/><Relationship Id="rId20" Type="http://schemas.openxmlformats.org/officeDocument/2006/relationships/image" Target="../media/image1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24" Type="http://schemas.openxmlformats.org/officeDocument/2006/relationships/image" Target="../media/image81.png"/><Relationship Id="rId5" Type="http://schemas.openxmlformats.org/officeDocument/2006/relationships/image" Target="../media/image14.png"/><Relationship Id="rId15" Type="http://schemas.openxmlformats.org/officeDocument/2006/relationships/image" Target="../media/image125.png"/><Relationship Id="rId23" Type="http://schemas.openxmlformats.org/officeDocument/2006/relationships/image" Target="../media/image133.png"/><Relationship Id="rId10" Type="http://schemas.openxmlformats.org/officeDocument/2006/relationships/image" Target="../media/image120.png"/><Relationship Id="rId19" Type="http://schemas.openxmlformats.org/officeDocument/2006/relationships/image" Target="../media/image129.png"/><Relationship Id="rId4" Type="http://schemas.openxmlformats.org/officeDocument/2006/relationships/image" Target="../media/image13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Relationship Id="rId22" Type="http://schemas.openxmlformats.org/officeDocument/2006/relationships/image" Target="../media/image1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40.png"/><Relationship Id="rId18" Type="http://schemas.openxmlformats.org/officeDocument/2006/relationships/image" Target="../media/image145.png"/><Relationship Id="rId26" Type="http://schemas.openxmlformats.org/officeDocument/2006/relationships/image" Target="../media/image37.png"/><Relationship Id="rId3" Type="http://schemas.openxmlformats.org/officeDocument/2006/relationships/image" Target="../media/image12.png"/><Relationship Id="rId21" Type="http://schemas.openxmlformats.org/officeDocument/2006/relationships/image" Target="../media/image147.png"/><Relationship Id="rId7" Type="http://schemas.openxmlformats.org/officeDocument/2006/relationships/image" Target="../media/image135.png"/><Relationship Id="rId12" Type="http://schemas.openxmlformats.org/officeDocument/2006/relationships/image" Target="../media/image139.png"/><Relationship Id="rId17" Type="http://schemas.openxmlformats.org/officeDocument/2006/relationships/image" Target="../media/image144.png"/><Relationship Id="rId25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43.png"/><Relationship Id="rId20" Type="http://schemas.openxmlformats.org/officeDocument/2006/relationships/image" Target="../media/image1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png"/><Relationship Id="rId11" Type="http://schemas.openxmlformats.org/officeDocument/2006/relationships/image" Target="../media/image138.png"/><Relationship Id="rId24" Type="http://schemas.openxmlformats.org/officeDocument/2006/relationships/image" Target="../media/image150.png"/><Relationship Id="rId5" Type="http://schemas.openxmlformats.org/officeDocument/2006/relationships/image" Target="../media/image14.png"/><Relationship Id="rId15" Type="http://schemas.openxmlformats.org/officeDocument/2006/relationships/image" Target="../media/image142.png"/><Relationship Id="rId23" Type="http://schemas.openxmlformats.org/officeDocument/2006/relationships/image" Target="../media/image149.png"/><Relationship Id="rId10" Type="http://schemas.openxmlformats.org/officeDocument/2006/relationships/image" Target="../media/image137.png"/><Relationship Id="rId19" Type="http://schemas.openxmlformats.org/officeDocument/2006/relationships/image" Target="../media/image20.png"/><Relationship Id="rId4" Type="http://schemas.openxmlformats.org/officeDocument/2006/relationships/image" Target="../media/image13.png"/><Relationship Id="rId9" Type="http://schemas.openxmlformats.org/officeDocument/2006/relationships/image" Target="../media/image136.png"/><Relationship Id="rId14" Type="http://schemas.openxmlformats.org/officeDocument/2006/relationships/image" Target="../media/image141.png"/><Relationship Id="rId22" Type="http://schemas.openxmlformats.org/officeDocument/2006/relationships/image" Target="../media/image1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56.png"/><Relationship Id="rId18" Type="http://schemas.openxmlformats.org/officeDocument/2006/relationships/image" Target="../media/image161.png"/><Relationship Id="rId26" Type="http://schemas.openxmlformats.org/officeDocument/2006/relationships/image" Target="../media/image169.png"/><Relationship Id="rId3" Type="http://schemas.openxmlformats.org/officeDocument/2006/relationships/image" Target="../media/image12.png"/><Relationship Id="rId21" Type="http://schemas.openxmlformats.org/officeDocument/2006/relationships/image" Target="../media/image164.png"/><Relationship Id="rId7" Type="http://schemas.openxmlformats.org/officeDocument/2006/relationships/image" Target="../media/image117.png"/><Relationship Id="rId12" Type="http://schemas.openxmlformats.org/officeDocument/2006/relationships/image" Target="../media/image155.png"/><Relationship Id="rId17" Type="http://schemas.openxmlformats.org/officeDocument/2006/relationships/image" Target="../media/image160.png"/><Relationship Id="rId25" Type="http://schemas.openxmlformats.org/officeDocument/2006/relationships/image" Target="../media/image16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59.png"/><Relationship Id="rId20" Type="http://schemas.openxmlformats.org/officeDocument/2006/relationships/image" Target="../media/image163.png"/><Relationship Id="rId29" Type="http://schemas.openxmlformats.org/officeDocument/2006/relationships/image" Target="../media/image1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11" Type="http://schemas.openxmlformats.org/officeDocument/2006/relationships/image" Target="../media/image154.png"/><Relationship Id="rId24" Type="http://schemas.openxmlformats.org/officeDocument/2006/relationships/image" Target="../media/image167.png"/><Relationship Id="rId5" Type="http://schemas.openxmlformats.org/officeDocument/2006/relationships/image" Target="../media/image14.png"/><Relationship Id="rId15" Type="http://schemas.openxmlformats.org/officeDocument/2006/relationships/image" Target="../media/image158.png"/><Relationship Id="rId23" Type="http://schemas.openxmlformats.org/officeDocument/2006/relationships/image" Target="../media/image166.png"/><Relationship Id="rId28" Type="http://schemas.openxmlformats.org/officeDocument/2006/relationships/image" Target="../media/image171.png"/><Relationship Id="rId10" Type="http://schemas.openxmlformats.org/officeDocument/2006/relationships/image" Target="../media/image153.png"/><Relationship Id="rId19" Type="http://schemas.openxmlformats.org/officeDocument/2006/relationships/image" Target="../media/image162.png"/><Relationship Id="rId4" Type="http://schemas.openxmlformats.org/officeDocument/2006/relationships/image" Target="../media/image13.png"/><Relationship Id="rId9" Type="http://schemas.openxmlformats.org/officeDocument/2006/relationships/image" Target="../media/image152.png"/><Relationship Id="rId14" Type="http://schemas.openxmlformats.org/officeDocument/2006/relationships/image" Target="../media/image157.png"/><Relationship Id="rId22" Type="http://schemas.openxmlformats.org/officeDocument/2006/relationships/image" Target="../media/image165.png"/><Relationship Id="rId27" Type="http://schemas.openxmlformats.org/officeDocument/2006/relationships/image" Target="../media/image170.png"/><Relationship Id="rId30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180.png"/><Relationship Id="rId18" Type="http://schemas.openxmlformats.org/officeDocument/2006/relationships/image" Target="../media/image185.png"/><Relationship Id="rId26" Type="http://schemas.openxmlformats.org/officeDocument/2006/relationships/image" Target="../media/image81.png"/><Relationship Id="rId3" Type="http://schemas.openxmlformats.org/officeDocument/2006/relationships/image" Target="../media/image12.png"/><Relationship Id="rId21" Type="http://schemas.openxmlformats.org/officeDocument/2006/relationships/image" Target="../media/image188.png"/><Relationship Id="rId7" Type="http://schemas.openxmlformats.org/officeDocument/2006/relationships/image" Target="../media/image174.png"/><Relationship Id="rId12" Type="http://schemas.openxmlformats.org/officeDocument/2006/relationships/image" Target="../media/image179.png"/><Relationship Id="rId17" Type="http://schemas.openxmlformats.org/officeDocument/2006/relationships/image" Target="../media/image184.png"/><Relationship Id="rId25" Type="http://schemas.openxmlformats.org/officeDocument/2006/relationships/image" Target="../media/image19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83.png"/><Relationship Id="rId20" Type="http://schemas.openxmlformats.org/officeDocument/2006/relationships/image" Target="../media/image1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3.png"/><Relationship Id="rId11" Type="http://schemas.openxmlformats.org/officeDocument/2006/relationships/image" Target="../media/image178.png"/><Relationship Id="rId24" Type="http://schemas.openxmlformats.org/officeDocument/2006/relationships/image" Target="../media/image191.png"/><Relationship Id="rId5" Type="http://schemas.openxmlformats.org/officeDocument/2006/relationships/image" Target="../media/image14.png"/><Relationship Id="rId15" Type="http://schemas.openxmlformats.org/officeDocument/2006/relationships/image" Target="../media/image182.png"/><Relationship Id="rId23" Type="http://schemas.openxmlformats.org/officeDocument/2006/relationships/image" Target="../media/image190.png"/><Relationship Id="rId10" Type="http://schemas.openxmlformats.org/officeDocument/2006/relationships/image" Target="../media/image177.png"/><Relationship Id="rId19" Type="http://schemas.openxmlformats.org/officeDocument/2006/relationships/image" Target="../media/image186.png"/><Relationship Id="rId4" Type="http://schemas.openxmlformats.org/officeDocument/2006/relationships/image" Target="../media/image13.png"/><Relationship Id="rId9" Type="http://schemas.openxmlformats.org/officeDocument/2006/relationships/image" Target="../media/image176.png"/><Relationship Id="rId14" Type="http://schemas.openxmlformats.org/officeDocument/2006/relationships/image" Target="../media/image181.png"/><Relationship Id="rId22" Type="http://schemas.openxmlformats.org/officeDocument/2006/relationships/image" Target="../media/image189.png"/><Relationship Id="rId27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200.png"/><Relationship Id="rId3" Type="http://schemas.openxmlformats.org/officeDocument/2006/relationships/image" Target="../media/image12.png"/><Relationship Id="rId7" Type="http://schemas.openxmlformats.org/officeDocument/2006/relationships/image" Target="../media/image194.png"/><Relationship Id="rId12" Type="http://schemas.openxmlformats.org/officeDocument/2006/relationships/image" Target="../media/image19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5" Type="http://schemas.openxmlformats.org/officeDocument/2006/relationships/image" Target="../media/image14.png"/><Relationship Id="rId15" Type="http://schemas.openxmlformats.org/officeDocument/2006/relationships/image" Target="../media/image37.png"/><Relationship Id="rId10" Type="http://schemas.openxmlformats.org/officeDocument/2006/relationships/image" Target="../media/image197.png"/><Relationship Id="rId4" Type="http://schemas.openxmlformats.org/officeDocument/2006/relationships/image" Target="../media/image13.png"/><Relationship Id="rId9" Type="http://schemas.openxmlformats.org/officeDocument/2006/relationships/image" Target="../media/image196.png"/><Relationship Id="rId14" Type="http://schemas.openxmlformats.org/officeDocument/2006/relationships/image" Target="../media/image2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2980" y="548580"/>
            <a:ext cx="1143000" cy="762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671" y="1508671"/>
            <a:ext cx="952500" cy="952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4471" y="4663380"/>
            <a:ext cx="142875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5090" y="2605980"/>
            <a:ext cx="762000" cy="1143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8980" y="5623471"/>
            <a:ext cx="171450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0" y="1028700"/>
            <a:ext cx="857250" cy="666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1955" y="1219200"/>
            <a:ext cx="10428089" cy="441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0" y="2286000"/>
            <a:ext cx="1219200" cy="38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29150" y="3162300"/>
            <a:ext cx="2933700" cy="12954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70667" y="1676400"/>
            <a:ext cx="11050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kern="0" spc="-72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Management and Resource Allocation</a:t>
            </a:r>
            <a:endParaRPr lang="en-US" sz="3600" dirty="0"/>
          </a:p>
        </p:txBody>
      </p:sp>
      <p:sp>
        <p:nvSpPr>
          <p:cNvPr id="15" name="Text 1"/>
          <p:cNvSpPr/>
          <p:nvPr/>
        </p:nvSpPr>
        <p:spPr>
          <a:xfrm>
            <a:off x="1491555" y="2552700"/>
            <a:ext cx="92088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 4</a:t>
            </a:r>
            <a:endParaRPr lang="en-US" sz="1800" b="1" dirty="0"/>
          </a:p>
        </p:txBody>
      </p:sp>
      <p:sp>
        <p:nvSpPr>
          <p:cNvPr id="16" name="Text 2"/>
          <p:cNvSpPr/>
          <p:nvPr/>
        </p:nvSpPr>
        <p:spPr>
          <a:xfrm>
            <a:off x="4564380" y="3352800"/>
            <a:ext cx="30632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Focus</a:t>
            </a:r>
            <a:endParaRPr lang="en-US" sz="1500" dirty="0"/>
          </a:p>
        </p:txBody>
      </p:sp>
      <p:sp>
        <p:nvSpPr>
          <p:cNvPr id="17" name="Text 3"/>
          <p:cNvSpPr/>
          <p:nvPr/>
        </p:nvSpPr>
        <p:spPr>
          <a:xfrm>
            <a:off x="4629150" y="3733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LO1:</a:t>
            </a: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management principles</a:t>
            </a:r>
            <a:endParaRPr lang="en-US" sz="1200" dirty="0"/>
          </a:p>
        </p:txBody>
      </p:sp>
      <p:sp>
        <p:nvSpPr>
          <p:cNvPr id="18" name="Text 4"/>
          <p:cNvSpPr/>
          <p:nvPr/>
        </p:nvSpPr>
        <p:spPr>
          <a:xfrm>
            <a:off x="4629150" y="403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LO4:</a:t>
            </a: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monitoring tools</a:t>
            </a:r>
            <a:endParaRPr lang="en-US" sz="1200" dirty="0"/>
          </a:p>
        </p:txBody>
      </p:sp>
      <p:sp>
        <p:nvSpPr>
          <p:cNvPr id="19" name="Text 5"/>
          <p:cNvSpPr/>
          <p:nvPr/>
        </p:nvSpPr>
        <p:spPr>
          <a:xfrm>
            <a:off x="2780348" y="4953000"/>
            <a:ext cx="1440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Systems</a:t>
            </a:r>
            <a:endParaRPr lang="en-US" sz="1200" dirty="0"/>
          </a:p>
        </p:txBody>
      </p:sp>
      <p:sp>
        <p:nvSpPr>
          <p:cNvPr id="20" name="Text 6"/>
          <p:cNvSpPr/>
          <p:nvPr/>
        </p:nvSpPr>
        <p:spPr>
          <a:xfrm>
            <a:off x="4375785" y="4953000"/>
            <a:ext cx="12687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Memory</a:t>
            </a:r>
            <a:endParaRPr lang="en-US" sz="1200" dirty="0"/>
          </a:p>
        </p:txBody>
      </p:sp>
      <p:sp>
        <p:nvSpPr>
          <p:cNvPr id="21" name="Text 7"/>
          <p:cNvSpPr/>
          <p:nvPr/>
        </p:nvSpPr>
        <p:spPr>
          <a:xfrm>
            <a:off x="5782628" y="4953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 Allocation</a:t>
            </a:r>
            <a:endParaRPr lang="en-US" sz="1200" dirty="0"/>
          </a:p>
        </p:txBody>
      </p:sp>
      <p:sp>
        <p:nvSpPr>
          <p:cNvPr id="22" name="Text 8"/>
          <p:cNvSpPr/>
          <p:nvPr/>
        </p:nvSpPr>
        <p:spPr>
          <a:xfrm>
            <a:off x="7510462" y="49530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Container Technologies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4225" y="209550"/>
            <a:ext cx="257175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7600" y="2095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82400" y="20955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1524000"/>
            <a:ext cx="11582400" cy="388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1524000"/>
            <a:ext cx="11582400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3823" y="1714500"/>
            <a:ext cx="1714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21161" y="1524000"/>
            <a:ext cx="4633020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55256" y="17145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54180" y="1524000"/>
            <a:ext cx="4632871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16739" y="1714500"/>
            <a:ext cx="1333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4800" y="2057400"/>
            <a:ext cx="11582400" cy="762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23622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21161" y="2057400"/>
            <a:ext cx="4633020" cy="762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54180" y="2057400"/>
            <a:ext cx="4632871" cy="762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3009900"/>
            <a:ext cx="1143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21161" y="2819400"/>
            <a:ext cx="4633020" cy="533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54180" y="2819400"/>
            <a:ext cx="4632871" cy="533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4800" y="3352800"/>
            <a:ext cx="11582400" cy="533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" y="3543300"/>
            <a:ext cx="952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21161" y="3352800"/>
            <a:ext cx="4633020" cy="533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54180" y="3352800"/>
            <a:ext cx="4632871" cy="533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7200" y="41910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21161" y="3886200"/>
            <a:ext cx="4633020" cy="762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54180" y="3886200"/>
            <a:ext cx="4632871" cy="762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4800" y="4648200"/>
            <a:ext cx="11582400" cy="7620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7200" y="4953000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21161" y="4648200"/>
            <a:ext cx="4633020" cy="7620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54180" y="4648200"/>
            <a:ext cx="4632871" cy="7620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04800" y="5638800"/>
            <a:ext cx="11582400" cy="7620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7200" y="5810250"/>
            <a:ext cx="1143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36" name="Text 0"/>
          <p:cNvSpPr/>
          <p:nvPr/>
        </p:nvSpPr>
        <p:spPr>
          <a:xfrm>
            <a:off x="381000" y="190500"/>
            <a:ext cx="45298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vs. Virtual Memory</a:t>
            </a:r>
            <a:endParaRPr lang="en-US" sz="2250" dirty="0"/>
          </a:p>
        </p:txBody>
      </p:sp>
      <p:sp>
        <p:nvSpPr>
          <p:cNvPr id="37" name="Text 1"/>
          <p:cNvSpPr/>
          <p:nvPr/>
        </p:nvSpPr>
        <p:spPr>
          <a:xfrm>
            <a:off x="304800" y="1028700"/>
            <a:ext cx="138988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management bridges the gap between limited physical RAM and potentially much larger memory requirements of running applications.</a:t>
            </a:r>
            <a:endParaRPr lang="en-US" sz="1350" dirty="0"/>
          </a:p>
        </p:txBody>
      </p:sp>
      <p:sp>
        <p:nvSpPr>
          <p:cNvPr id="38" name="Text 2"/>
          <p:cNvSpPr/>
          <p:nvPr/>
        </p:nvSpPr>
        <p:spPr>
          <a:xfrm>
            <a:off x="1311473" y="1676400"/>
            <a:ext cx="660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</a:t>
            </a:r>
            <a:endParaRPr lang="en-US" sz="1200" dirty="0"/>
          </a:p>
        </p:txBody>
      </p:sp>
      <p:sp>
        <p:nvSpPr>
          <p:cNvPr id="39" name="Text 3"/>
          <p:cNvSpPr/>
          <p:nvPr/>
        </p:nvSpPr>
        <p:spPr>
          <a:xfrm>
            <a:off x="4183856" y="1676400"/>
            <a:ext cx="2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Memory (RAM)</a:t>
            </a:r>
            <a:endParaRPr lang="en-US" sz="1200" dirty="0"/>
          </a:p>
        </p:txBody>
      </p:sp>
      <p:sp>
        <p:nvSpPr>
          <p:cNvPr id="40" name="Text 4"/>
          <p:cNvSpPr/>
          <p:nvPr/>
        </p:nvSpPr>
        <p:spPr>
          <a:xfrm>
            <a:off x="9126289" y="1676400"/>
            <a:ext cx="13178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Memory</a:t>
            </a:r>
            <a:endParaRPr lang="en-US" sz="1200" dirty="0"/>
          </a:p>
        </p:txBody>
      </p:sp>
      <p:sp>
        <p:nvSpPr>
          <p:cNvPr id="41" name="Text 5"/>
          <p:cNvSpPr/>
          <p:nvPr/>
        </p:nvSpPr>
        <p:spPr>
          <a:xfrm>
            <a:off x="685800" y="2324100"/>
            <a:ext cx="3659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Size</a:t>
            </a:r>
            <a:endParaRPr lang="en-US" sz="1200" dirty="0"/>
          </a:p>
        </p:txBody>
      </p:sp>
      <p:sp>
        <p:nvSpPr>
          <p:cNvPr id="42" name="Text 6"/>
          <p:cNvSpPr/>
          <p:nvPr/>
        </p:nvSpPr>
        <p:spPr>
          <a:xfrm>
            <a:off x="2773561" y="2057400"/>
            <a:ext cx="555962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by hardware (e.g., 8GB, 16GB)</a:t>
            </a:r>
            <a:endParaRPr lang="en-US" sz="1200" dirty="0"/>
          </a:p>
        </p:txBody>
      </p:sp>
      <p:sp>
        <p:nvSpPr>
          <p:cNvPr id="43" name="Text 7"/>
          <p:cNvSpPr/>
          <p:nvPr/>
        </p:nvSpPr>
        <p:spPr>
          <a:xfrm>
            <a:off x="7406581" y="2057400"/>
            <a:ext cx="43282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Potentially much larger than physical memory, limited by disk space and address space architecture</a:t>
            </a:r>
            <a:endParaRPr lang="en-US" sz="1200" dirty="0"/>
          </a:p>
        </p:txBody>
      </p:sp>
      <p:sp>
        <p:nvSpPr>
          <p:cNvPr id="44" name="Text 8"/>
          <p:cNvSpPr/>
          <p:nvPr/>
        </p:nvSpPr>
        <p:spPr>
          <a:xfrm>
            <a:off x="647700" y="2971800"/>
            <a:ext cx="5488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</a:t>
            </a:r>
            <a:endParaRPr lang="en-US" sz="1200" dirty="0"/>
          </a:p>
        </p:txBody>
      </p:sp>
      <p:sp>
        <p:nvSpPr>
          <p:cNvPr id="45" name="Text 9"/>
          <p:cNvSpPr/>
          <p:nvPr/>
        </p:nvSpPr>
        <p:spPr>
          <a:xfrm>
            <a:off x="2773561" y="2819400"/>
            <a:ext cx="555962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 (direct access to hardware)</a:t>
            </a:r>
            <a:endParaRPr lang="en-US" sz="1200" dirty="0"/>
          </a:p>
        </p:txBody>
      </p:sp>
      <p:sp>
        <p:nvSpPr>
          <p:cNvPr id="46" name="Text 10"/>
          <p:cNvSpPr/>
          <p:nvPr/>
        </p:nvSpPr>
        <p:spPr>
          <a:xfrm>
            <a:off x="7406580" y="2819400"/>
            <a:ext cx="55594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Slower (involves disk I/O for swapping)</a:t>
            </a:r>
            <a:endParaRPr lang="en-US" sz="1200" dirty="0"/>
          </a:p>
        </p:txBody>
      </p:sp>
      <p:sp>
        <p:nvSpPr>
          <p:cNvPr id="47" name="Text 11"/>
          <p:cNvSpPr/>
          <p:nvPr/>
        </p:nvSpPr>
        <p:spPr>
          <a:xfrm>
            <a:off x="628650" y="3505200"/>
            <a:ext cx="4064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</a:t>
            </a:r>
            <a:endParaRPr lang="en-US" sz="1200" dirty="0"/>
          </a:p>
        </p:txBody>
      </p:sp>
      <p:sp>
        <p:nvSpPr>
          <p:cNvPr id="48" name="Text 12"/>
          <p:cNvSpPr/>
          <p:nvPr/>
        </p:nvSpPr>
        <p:spPr>
          <a:xfrm>
            <a:off x="2773561" y="3352800"/>
            <a:ext cx="555962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Relatively expensive per GB</a:t>
            </a:r>
            <a:endParaRPr lang="en-US" sz="1200" dirty="0"/>
          </a:p>
        </p:txBody>
      </p:sp>
      <p:sp>
        <p:nvSpPr>
          <p:cNvPr id="49" name="Text 13"/>
          <p:cNvSpPr/>
          <p:nvPr/>
        </p:nvSpPr>
        <p:spPr>
          <a:xfrm>
            <a:off x="7406580" y="3352800"/>
            <a:ext cx="55594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Cheaper (utilizes hard drive space)</a:t>
            </a:r>
            <a:endParaRPr lang="en-US" sz="1200" dirty="0"/>
          </a:p>
        </p:txBody>
      </p:sp>
      <p:sp>
        <p:nvSpPr>
          <p:cNvPr id="50" name="Text 14"/>
          <p:cNvSpPr/>
          <p:nvPr/>
        </p:nvSpPr>
        <p:spPr>
          <a:xfrm>
            <a:off x="685800" y="4152900"/>
            <a:ext cx="1117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51" name="Text 15"/>
          <p:cNvSpPr/>
          <p:nvPr/>
        </p:nvSpPr>
        <p:spPr>
          <a:xfrm>
            <a:off x="2773561" y="3886200"/>
            <a:ext cx="555962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Directly managed by the hardware and OS memory controller</a:t>
            </a:r>
            <a:endParaRPr lang="en-US" sz="1200" dirty="0"/>
          </a:p>
        </p:txBody>
      </p:sp>
      <p:sp>
        <p:nvSpPr>
          <p:cNvPr id="52" name="Text 16"/>
          <p:cNvSpPr/>
          <p:nvPr/>
        </p:nvSpPr>
        <p:spPr>
          <a:xfrm>
            <a:off x="7406580" y="3886200"/>
            <a:ext cx="448047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Managed by the OS using techniques like paging and segmentation, mapping virtual addresses to physical addresses</a:t>
            </a:r>
            <a:endParaRPr lang="en-US" sz="1200" dirty="0"/>
          </a:p>
        </p:txBody>
      </p:sp>
      <p:sp>
        <p:nvSpPr>
          <p:cNvPr id="53" name="Text 17"/>
          <p:cNvSpPr/>
          <p:nvPr/>
        </p:nvSpPr>
        <p:spPr>
          <a:xfrm>
            <a:off x="685800" y="4914900"/>
            <a:ext cx="7316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</a:t>
            </a:r>
            <a:endParaRPr lang="en-US" sz="1200" dirty="0"/>
          </a:p>
        </p:txBody>
      </p:sp>
      <p:sp>
        <p:nvSpPr>
          <p:cNvPr id="54" name="Text 18"/>
          <p:cNvSpPr/>
          <p:nvPr/>
        </p:nvSpPr>
        <p:spPr>
          <a:xfrm>
            <a:off x="2773561" y="4648200"/>
            <a:ext cx="555962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Stores currently executing programs and data</a:t>
            </a:r>
            <a:endParaRPr lang="en-US" sz="1200" dirty="0"/>
          </a:p>
        </p:txBody>
      </p:sp>
      <p:sp>
        <p:nvSpPr>
          <p:cNvPr id="55" name="Text 19"/>
          <p:cNvSpPr/>
          <p:nvPr/>
        </p:nvSpPr>
        <p:spPr>
          <a:xfrm>
            <a:off x="7406580" y="4648200"/>
            <a:ext cx="463287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an illusion of a large, contiguous memory space to each process, enabling multitasking and memory protection</a:t>
            </a:r>
            <a:endParaRPr lang="en-US" sz="1200" dirty="0"/>
          </a:p>
        </p:txBody>
      </p:sp>
      <p:sp>
        <p:nvSpPr>
          <p:cNvPr id="56" name="Text 20"/>
          <p:cNvSpPr/>
          <p:nvPr/>
        </p:nvSpPr>
        <p:spPr>
          <a:xfrm>
            <a:off x="690116" y="5791200"/>
            <a:ext cx="1127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Insight: </a:t>
            </a:r>
            <a:r>
              <a:rPr lang="en-US" sz="12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memory enables programs to operate as if they have exclusive access to a large, contiguous block of memory, regardless of actual physical RAM available.</a:t>
            </a:r>
            <a:endParaRPr lang="en-US" sz="1200" dirty="0"/>
          </a:p>
        </p:txBody>
      </p:sp>
      <p:sp>
        <p:nvSpPr>
          <p:cNvPr id="57" name="Text 21"/>
          <p:cNvSpPr/>
          <p:nvPr/>
        </p:nvSpPr>
        <p:spPr>
          <a:xfrm>
            <a:off x="381000" y="6534150"/>
            <a:ext cx="380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Management and Resource Allocation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20955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7600" y="2095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82400" y="20955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" y="1790700"/>
            <a:ext cx="38862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" y="2247900"/>
            <a:ext cx="38862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" y="2705100"/>
            <a:ext cx="38862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400" y="3162300"/>
            <a:ext cx="38862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52900" y="1790700"/>
            <a:ext cx="19240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15050" y="1790700"/>
            <a:ext cx="19240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2900" y="2133600"/>
            <a:ext cx="19240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5050" y="2133600"/>
            <a:ext cx="19240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2900" y="2476500"/>
            <a:ext cx="19240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5050" y="2476500"/>
            <a:ext cx="192405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2900" y="2819400"/>
            <a:ext cx="192405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5050" y="2819400"/>
            <a:ext cx="192405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2900" y="3162300"/>
            <a:ext cx="192405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5050" y="3162300"/>
            <a:ext cx="192405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52826" y="3733800"/>
            <a:ext cx="3886200" cy="871538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29100" y="3924300"/>
            <a:ext cx="1905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3400" y="1790700"/>
            <a:ext cx="38862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3400" y="2247900"/>
            <a:ext cx="38862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3400" y="2705100"/>
            <a:ext cx="388620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3400" y="3162300"/>
            <a:ext cx="38862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" y="4933950"/>
            <a:ext cx="11887200" cy="1190625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17938" y="5391150"/>
            <a:ext cx="1046857" cy="657225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69929" y="5467350"/>
            <a:ext cx="142875" cy="2667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79095" y="5643563"/>
            <a:ext cx="13335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26745" y="5391150"/>
            <a:ext cx="817364" cy="657225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940177" y="5467350"/>
            <a:ext cx="190500" cy="2667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8409" y="5643563"/>
            <a:ext cx="13335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06059" y="5391150"/>
            <a:ext cx="1167854" cy="657225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94662" y="5467350"/>
            <a:ext cx="190500" cy="2667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38" name="Text 0"/>
          <p:cNvSpPr/>
          <p:nvPr/>
        </p:nvSpPr>
        <p:spPr>
          <a:xfrm>
            <a:off x="381000" y="190500"/>
            <a:ext cx="32966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Paging Mechanisms</a:t>
            </a:r>
            <a:endParaRPr lang="en-US" sz="2250" dirty="0"/>
          </a:p>
        </p:txBody>
      </p:sp>
      <p:sp>
        <p:nvSpPr>
          <p:cNvPr id="39" name="Text 1"/>
          <p:cNvSpPr/>
          <p:nvPr/>
        </p:nvSpPr>
        <p:spPr>
          <a:xfrm>
            <a:off x="152400" y="876300"/>
            <a:ext cx="1188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Paging divides virtual address space into fixed-size blocks called </a:t>
            </a: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pages </a:t>
            </a: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 physical memory into equally sized blocks called </a:t>
            </a: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frames </a:t>
            </a: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 </a:t>
            </a: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table </a:t>
            </a: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translates virtual addresses to physical addresses.</a:t>
            </a:r>
            <a:endParaRPr lang="en-US" sz="1200" dirty="0"/>
          </a:p>
        </p:txBody>
      </p:sp>
      <p:sp>
        <p:nvSpPr>
          <p:cNvPr id="40" name="Text 2"/>
          <p:cNvSpPr/>
          <p:nvPr/>
        </p:nvSpPr>
        <p:spPr>
          <a:xfrm>
            <a:off x="1089571" y="1447800"/>
            <a:ext cx="24140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Address Space</a:t>
            </a:r>
            <a:endParaRPr lang="en-US" sz="1500" dirty="0"/>
          </a:p>
        </p:txBody>
      </p:sp>
      <p:sp>
        <p:nvSpPr>
          <p:cNvPr id="41" name="Text 3"/>
          <p:cNvSpPr/>
          <p:nvPr/>
        </p:nvSpPr>
        <p:spPr>
          <a:xfrm>
            <a:off x="1849785" y="1790700"/>
            <a:ext cx="388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6D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0</a:t>
            </a:r>
            <a:endParaRPr lang="en-US" sz="1200" dirty="0"/>
          </a:p>
        </p:txBody>
      </p:sp>
      <p:sp>
        <p:nvSpPr>
          <p:cNvPr id="42" name="Text 4"/>
          <p:cNvSpPr/>
          <p:nvPr/>
        </p:nvSpPr>
        <p:spPr>
          <a:xfrm>
            <a:off x="1849785" y="2247900"/>
            <a:ext cx="388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6D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1</a:t>
            </a:r>
            <a:endParaRPr lang="en-US" sz="1200" dirty="0"/>
          </a:p>
        </p:txBody>
      </p:sp>
      <p:sp>
        <p:nvSpPr>
          <p:cNvPr id="43" name="Text 5"/>
          <p:cNvSpPr/>
          <p:nvPr/>
        </p:nvSpPr>
        <p:spPr>
          <a:xfrm>
            <a:off x="1849785" y="2705100"/>
            <a:ext cx="388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6D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2</a:t>
            </a:r>
            <a:endParaRPr lang="en-US" sz="1200" dirty="0"/>
          </a:p>
        </p:txBody>
      </p:sp>
      <p:sp>
        <p:nvSpPr>
          <p:cNvPr id="44" name="Text 6"/>
          <p:cNvSpPr/>
          <p:nvPr/>
        </p:nvSpPr>
        <p:spPr>
          <a:xfrm>
            <a:off x="1849785" y="3162300"/>
            <a:ext cx="388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6D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3</a:t>
            </a:r>
            <a:endParaRPr lang="en-US" sz="1200" dirty="0"/>
          </a:p>
        </p:txBody>
      </p:sp>
      <p:sp>
        <p:nvSpPr>
          <p:cNvPr id="45" name="Text 7"/>
          <p:cNvSpPr/>
          <p:nvPr/>
        </p:nvSpPr>
        <p:spPr>
          <a:xfrm>
            <a:off x="1296472" y="3619500"/>
            <a:ext cx="15980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(Page Number, Offset)</a:t>
            </a:r>
            <a:endParaRPr lang="en-US" sz="1050" dirty="0"/>
          </a:p>
        </p:txBody>
      </p:sp>
      <p:sp>
        <p:nvSpPr>
          <p:cNvPr id="46" name="Text 8"/>
          <p:cNvSpPr/>
          <p:nvPr/>
        </p:nvSpPr>
        <p:spPr>
          <a:xfrm>
            <a:off x="5600105" y="1447800"/>
            <a:ext cx="11901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Table</a:t>
            </a:r>
            <a:endParaRPr lang="en-US" sz="1500" dirty="0"/>
          </a:p>
        </p:txBody>
      </p:sp>
      <p:sp>
        <p:nvSpPr>
          <p:cNvPr id="47" name="Text 9"/>
          <p:cNvSpPr/>
          <p:nvPr/>
        </p:nvSpPr>
        <p:spPr>
          <a:xfrm>
            <a:off x="3960495" y="1790700"/>
            <a:ext cx="23088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Number</a:t>
            </a:r>
            <a:endParaRPr lang="en-US" sz="1200" dirty="0"/>
          </a:p>
        </p:txBody>
      </p:sp>
      <p:sp>
        <p:nvSpPr>
          <p:cNvPr id="48" name="Text 10"/>
          <p:cNvSpPr/>
          <p:nvPr/>
        </p:nvSpPr>
        <p:spPr>
          <a:xfrm>
            <a:off x="5922645" y="1790700"/>
            <a:ext cx="23088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 Number</a:t>
            </a:r>
            <a:endParaRPr lang="en-US" sz="1200" dirty="0"/>
          </a:p>
        </p:txBody>
      </p:sp>
      <p:sp>
        <p:nvSpPr>
          <p:cNvPr id="49" name="Text 11"/>
          <p:cNvSpPr/>
          <p:nvPr/>
        </p:nvSpPr>
        <p:spPr>
          <a:xfrm>
            <a:off x="5072509" y="2133600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200" dirty="0"/>
          </a:p>
        </p:txBody>
      </p:sp>
      <p:sp>
        <p:nvSpPr>
          <p:cNvPr id="50" name="Text 12"/>
          <p:cNvSpPr/>
          <p:nvPr/>
        </p:nvSpPr>
        <p:spPr>
          <a:xfrm>
            <a:off x="7034659" y="2133600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51" name="Text 13"/>
          <p:cNvSpPr/>
          <p:nvPr/>
        </p:nvSpPr>
        <p:spPr>
          <a:xfrm>
            <a:off x="5072509" y="2476500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52" name="Text 14"/>
          <p:cNvSpPr/>
          <p:nvPr/>
        </p:nvSpPr>
        <p:spPr>
          <a:xfrm>
            <a:off x="7034659" y="2476500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200" dirty="0"/>
          </a:p>
        </p:txBody>
      </p:sp>
      <p:sp>
        <p:nvSpPr>
          <p:cNvPr id="53" name="Text 15"/>
          <p:cNvSpPr/>
          <p:nvPr/>
        </p:nvSpPr>
        <p:spPr>
          <a:xfrm>
            <a:off x="5072509" y="2819400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16"/>
          <p:cNvSpPr/>
          <p:nvPr/>
        </p:nvSpPr>
        <p:spPr>
          <a:xfrm>
            <a:off x="7034659" y="2819400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55" name="Text 17"/>
          <p:cNvSpPr/>
          <p:nvPr/>
        </p:nvSpPr>
        <p:spPr>
          <a:xfrm>
            <a:off x="5072509" y="3162300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56" name="Text 18"/>
          <p:cNvSpPr/>
          <p:nvPr/>
        </p:nvSpPr>
        <p:spPr>
          <a:xfrm>
            <a:off x="7034659" y="3162300"/>
            <a:ext cx="1924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57" name="Text 19"/>
          <p:cNvSpPr/>
          <p:nvPr/>
        </p:nvSpPr>
        <p:spPr>
          <a:xfrm>
            <a:off x="5304309" y="3543300"/>
            <a:ext cx="15832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Maps pages to frames</a:t>
            </a:r>
            <a:endParaRPr lang="en-US" sz="1050" dirty="0"/>
          </a:p>
        </p:txBody>
      </p:sp>
      <p:sp>
        <p:nvSpPr>
          <p:cNvPr id="58" name="Text 20"/>
          <p:cNvSpPr/>
          <p:nvPr/>
        </p:nvSpPr>
        <p:spPr>
          <a:xfrm>
            <a:off x="4495800" y="3886200"/>
            <a:ext cx="28253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54D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Practical Example: Linux Paging</a:t>
            </a:r>
            <a:endParaRPr lang="en-US" sz="1200" dirty="0"/>
          </a:p>
        </p:txBody>
      </p:sp>
      <p:sp>
        <p:nvSpPr>
          <p:cNvPr id="59" name="Text 21"/>
          <p:cNvSpPr/>
          <p:nvPr/>
        </p:nvSpPr>
        <p:spPr>
          <a:xfrm>
            <a:off x="4229100" y="4152900"/>
            <a:ext cx="3733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854D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paging info with </a:t>
            </a:r>
            <a:r>
              <a:rPr lang="en-US" sz="90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 /proc/</a:t>
            </a:r>
            <a:r>
              <a:rPr lang="en-US" sz="900" dirty="0" err="1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meminfo</a:t>
            </a:r>
            <a:r>
              <a:rPr lang="en-US" sz="90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900" dirty="0">
                <a:solidFill>
                  <a:srgbClr val="854D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(shows size) and cat </a:t>
            </a:r>
            <a:r>
              <a:rPr lang="en-US" sz="90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/proc/sys/</a:t>
            </a:r>
            <a:r>
              <a:rPr lang="en-US" sz="900" dirty="0" err="1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vm</a:t>
            </a:r>
            <a:r>
              <a:rPr lang="en-US" sz="90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</a:t>
            </a:r>
            <a:r>
              <a:rPr lang="en-US" sz="900" dirty="0" err="1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nr_hugepages</a:t>
            </a:r>
            <a:r>
              <a:rPr lang="en-US" sz="900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900" dirty="0">
                <a:solidFill>
                  <a:srgbClr val="854D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(huge page allocation). Modern CPUs use 4KB standard and 2MB/1GB huge pages to optimize performance.</a:t>
            </a:r>
            <a:endParaRPr lang="en-US" sz="900" dirty="0"/>
          </a:p>
        </p:txBody>
      </p:sp>
      <p:sp>
        <p:nvSpPr>
          <p:cNvPr id="60" name="Text 22"/>
          <p:cNvSpPr/>
          <p:nvPr/>
        </p:nvSpPr>
        <p:spPr>
          <a:xfrm>
            <a:off x="8889504" y="1447800"/>
            <a:ext cx="289679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Memory (Frames)</a:t>
            </a:r>
            <a:endParaRPr lang="en-US" sz="1500" dirty="0"/>
          </a:p>
        </p:txBody>
      </p:sp>
      <p:sp>
        <p:nvSpPr>
          <p:cNvPr id="61" name="Text 23"/>
          <p:cNvSpPr/>
          <p:nvPr/>
        </p:nvSpPr>
        <p:spPr>
          <a:xfrm>
            <a:off x="9804202" y="1790700"/>
            <a:ext cx="388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295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 0</a:t>
            </a:r>
            <a:endParaRPr lang="en-US" sz="1200" dirty="0"/>
          </a:p>
        </p:txBody>
      </p:sp>
      <p:sp>
        <p:nvSpPr>
          <p:cNvPr id="62" name="Text 24"/>
          <p:cNvSpPr/>
          <p:nvPr/>
        </p:nvSpPr>
        <p:spPr>
          <a:xfrm>
            <a:off x="9804202" y="2247900"/>
            <a:ext cx="388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295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 1</a:t>
            </a:r>
            <a:endParaRPr lang="en-US" sz="1200" dirty="0"/>
          </a:p>
        </p:txBody>
      </p:sp>
      <p:sp>
        <p:nvSpPr>
          <p:cNvPr id="63" name="Text 25"/>
          <p:cNvSpPr/>
          <p:nvPr/>
        </p:nvSpPr>
        <p:spPr>
          <a:xfrm>
            <a:off x="9804202" y="2705100"/>
            <a:ext cx="388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295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 2</a:t>
            </a:r>
            <a:endParaRPr lang="en-US" sz="1200" dirty="0"/>
          </a:p>
        </p:txBody>
      </p:sp>
      <p:sp>
        <p:nvSpPr>
          <p:cNvPr id="64" name="Text 26"/>
          <p:cNvSpPr/>
          <p:nvPr/>
        </p:nvSpPr>
        <p:spPr>
          <a:xfrm>
            <a:off x="9804202" y="3162300"/>
            <a:ext cx="388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295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 3</a:t>
            </a:r>
            <a:endParaRPr lang="en-US" sz="1200" dirty="0"/>
          </a:p>
        </p:txBody>
      </p:sp>
      <p:sp>
        <p:nvSpPr>
          <p:cNvPr id="65" name="Text 27"/>
          <p:cNvSpPr/>
          <p:nvPr/>
        </p:nvSpPr>
        <p:spPr>
          <a:xfrm>
            <a:off x="9253180" y="3619500"/>
            <a:ext cx="16866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(Frame Number, Offset)</a:t>
            </a:r>
            <a:endParaRPr lang="en-US" sz="1050" dirty="0"/>
          </a:p>
        </p:txBody>
      </p:sp>
      <p:sp>
        <p:nvSpPr>
          <p:cNvPr id="66" name="Text 28"/>
          <p:cNvSpPr/>
          <p:nvPr/>
        </p:nvSpPr>
        <p:spPr>
          <a:xfrm>
            <a:off x="228600" y="5010150"/>
            <a:ext cx="1173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Address Translation Process</a:t>
            </a:r>
            <a:endParaRPr lang="en-US" sz="1500" dirty="0"/>
          </a:p>
        </p:txBody>
      </p:sp>
      <p:sp>
        <p:nvSpPr>
          <p:cNvPr id="67" name="Text 29"/>
          <p:cNvSpPr/>
          <p:nvPr/>
        </p:nvSpPr>
        <p:spPr>
          <a:xfrm>
            <a:off x="4204692" y="5781675"/>
            <a:ext cx="10733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Address</a:t>
            </a:r>
            <a:endParaRPr lang="en-US" sz="1050" dirty="0"/>
          </a:p>
        </p:txBody>
      </p:sp>
      <p:sp>
        <p:nvSpPr>
          <p:cNvPr id="68" name="Text 30"/>
          <p:cNvSpPr/>
          <p:nvPr/>
        </p:nvSpPr>
        <p:spPr>
          <a:xfrm>
            <a:off x="5636449" y="5781675"/>
            <a:ext cx="7979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Table</a:t>
            </a:r>
            <a:endParaRPr lang="en-US" sz="1050" dirty="0"/>
          </a:p>
        </p:txBody>
      </p:sp>
      <p:sp>
        <p:nvSpPr>
          <p:cNvPr id="69" name="Text 31"/>
          <p:cNvSpPr/>
          <p:nvPr/>
        </p:nvSpPr>
        <p:spPr>
          <a:xfrm>
            <a:off x="6780714" y="5781675"/>
            <a:ext cx="12185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Address</a:t>
            </a:r>
            <a:endParaRPr lang="en-US" sz="1050" dirty="0"/>
          </a:p>
        </p:txBody>
      </p:sp>
      <p:sp>
        <p:nvSpPr>
          <p:cNvPr id="70" name="Text 32"/>
          <p:cNvSpPr/>
          <p:nvPr/>
        </p:nvSpPr>
        <p:spPr>
          <a:xfrm>
            <a:off x="381000" y="6534150"/>
            <a:ext cx="380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Management and Resource Allocation</a:t>
            </a:r>
            <a:endParaRPr lang="en-US" sz="1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EA72BE3-40EC-9336-3155-4CB2A5260A11}"/>
              </a:ext>
            </a:extLst>
          </p:cNvPr>
          <p:cNvSpPr txBox="1"/>
          <p:nvPr/>
        </p:nvSpPr>
        <p:spPr>
          <a:xfrm>
            <a:off x="2361727" y="4546424"/>
            <a:ext cx="7815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</a:t>
            </a:r>
            <a:r>
              <a:rPr lang="en-GB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Address (Page 2, Offset 100) → Frame 3 → Physical Address (Frame 3, Offset 100</a:t>
            </a:r>
            <a:r>
              <a:rPr lang="en-GB"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20955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7600" y="2095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82400" y="20955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1524000"/>
            <a:ext cx="5638800" cy="2705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1771650"/>
            <a:ext cx="22860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524000"/>
            <a:ext cx="5638800" cy="2705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1771650"/>
            <a:ext cx="22860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4800" y="4533900"/>
            <a:ext cx="11582400" cy="8763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714875"/>
            <a:ext cx="238125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190500"/>
            <a:ext cx="80661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Paging Mechanisms: Advantages and Limitations</a:t>
            </a:r>
            <a:endParaRPr lang="en-US" sz="2250" dirty="0"/>
          </a:p>
        </p:txBody>
      </p:sp>
      <p:sp>
        <p:nvSpPr>
          <p:cNvPr id="16" name="Text 1"/>
          <p:cNvSpPr/>
          <p:nvPr/>
        </p:nvSpPr>
        <p:spPr>
          <a:xfrm>
            <a:off x="304800" y="1028700"/>
            <a:ext cx="138988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Paging systems divide memory into fixed-size blocks to efficiently manage resources, offering several benefits and challenges:</a:t>
            </a:r>
            <a:endParaRPr lang="en-US" sz="1350" dirty="0"/>
          </a:p>
        </p:txBody>
      </p:sp>
      <p:sp>
        <p:nvSpPr>
          <p:cNvPr id="17" name="Text 2"/>
          <p:cNvSpPr/>
          <p:nvPr/>
        </p:nvSpPr>
        <p:spPr>
          <a:xfrm>
            <a:off x="838200" y="1752600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Advantages</a:t>
            </a:r>
            <a:endParaRPr lang="en-US" sz="1800" dirty="0"/>
          </a:p>
        </p:txBody>
      </p:sp>
      <p:sp>
        <p:nvSpPr>
          <p:cNvPr id="18" name="Text 3"/>
          <p:cNvSpPr/>
          <p:nvPr/>
        </p:nvSpPr>
        <p:spPr>
          <a:xfrm>
            <a:off x="647700" y="2209800"/>
            <a:ext cx="6080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Simplicity in memory management with fixed-size blocks</a:t>
            </a:r>
            <a:endParaRPr lang="en-US" sz="1350" dirty="0"/>
          </a:p>
        </p:txBody>
      </p:sp>
      <p:sp>
        <p:nvSpPr>
          <p:cNvPr id="19" name="Text 4"/>
          <p:cNvSpPr/>
          <p:nvPr/>
        </p:nvSpPr>
        <p:spPr>
          <a:xfrm>
            <a:off x="647700" y="2590800"/>
            <a:ext cx="6080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use of memory with minimal external fragmentation</a:t>
            </a:r>
            <a:endParaRPr lang="en-US" sz="1350" dirty="0"/>
          </a:p>
        </p:txBody>
      </p:sp>
      <p:sp>
        <p:nvSpPr>
          <p:cNvPr id="20" name="Text 5"/>
          <p:cNvSpPr/>
          <p:nvPr/>
        </p:nvSpPr>
        <p:spPr>
          <a:xfrm>
            <a:off x="647700" y="2971800"/>
            <a:ext cx="6080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implementation of protection mechanisms</a:t>
            </a:r>
            <a:endParaRPr lang="en-US" sz="1350" dirty="0"/>
          </a:p>
        </p:txBody>
      </p:sp>
      <p:sp>
        <p:nvSpPr>
          <p:cNvPr id="21" name="Text 6"/>
          <p:cNvSpPr/>
          <p:nvPr/>
        </p:nvSpPr>
        <p:spPr>
          <a:xfrm>
            <a:off x="647700" y="3352800"/>
            <a:ext cx="6080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efficient address translation with TLB caching</a:t>
            </a:r>
            <a:endParaRPr lang="en-US" sz="1350" dirty="0"/>
          </a:p>
        </p:txBody>
      </p:sp>
      <p:sp>
        <p:nvSpPr>
          <p:cNvPr id="22" name="Text 7"/>
          <p:cNvSpPr/>
          <p:nvPr/>
        </p:nvSpPr>
        <p:spPr>
          <a:xfrm>
            <a:off x="647700" y="3733800"/>
            <a:ext cx="6080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Facilitates memory sharing between processes</a:t>
            </a:r>
            <a:endParaRPr lang="en-US" sz="1350" dirty="0"/>
          </a:p>
        </p:txBody>
      </p:sp>
      <p:sp>
        <p:nvSpPr>
          <p:cNvPr id="23" name="Text 8"/>
          <p:cNvSpPr/>
          <p:nvPr/>
        </p:nvSpPr>
        <p:spPr>
          <a:xfrm>
            <a:off x="6781800" y="1752600"/>
            <a:ext cx="518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Limitations</a:t>
            </a:r>
            <a:endParaRPr lang="en-US" sz="1800" dirty="0"/>
          </a:p>
        </p:txBody>
      </p:sp>
      <p:sp>
        <p:nvSpPr>
          <p:cNvPr id="24" name="Text 9"/>
          <p:cNvSpPr/>
          <p:nvPr/>
        </p:nvSpPr>
        <p:spPr>
          <a:xfrm>
            <a:off x="6591300" y="2209800"/>
            <a:ext cx="6080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suffer from internal fragmentation</a:t>
            </a:r>
            <a:endParaRPr lang="en-US" sz="1350" dirty="0"/>
          </a:p>
        </p:txBody>
      </p:sp>
      <p:sp>
        <p:nvSpPr>
          <p:cNvPr id="25" name="Text 10"/>
          <p:cNvSpPr/>
          <p:nvPr/>
        </p:nvSpPr>
        <p:spPr>
          <a:xfrm>
            <a:off x="6591300" y="2590800"/>
            <a:ext cx="6080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Requires maintenance of page tables</a:t>
            </a:r>
            <a:endParaRPr lang="en-US" sz="1350" dirty="0"/>
          </a:p>
        </p:txBody>
      </p:sp>
      <p:sp>
        <p:nvSpPr>
          <p:cNvPr id="26" name="Text 11"/>
          <p:cNvSpPr/>
          <p:nvPr/>
        </p:nvSpPr>
        <p:spPr>
          <a:xfrm>
            <a:off x="6591300" y="2971800"/>
            <a:ext cx="6080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Translation lookaside buffer (TLB) management overhead</a:t>
            </a:r>
            <a:endParaRPr lang="en-US" sz="1350" dirty="0"/>
          </a:p>
        </p:txBody>
      </p:sp>
      <p:sp>
        <p:nvSpPr>
          <p:cNvPr id="27" name="Text 12"/>
          <p:cNvSpPr/>
          <p:nvPr/>
        </p:nvSpPr>
        <p:spPr>
          <a:xfrm>
            <a:off x="6591300" y="3352800"/>
            <a:ext cx="6080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table size grows with address space</a:t>
            </a:r>
            <a:endParaRPr lang="en-US" sz="1350" dirty="0"/>
          </a:p>
        </p:txBody>
      </p:sp>
      <p:sp>
        <p:nvSpPr>
          <p:cNvPr id="28" name="Text 13"/>
          <p:cNvSpPr/>
          <p:nvPr/>
        </p:nvSpPr>
        <p:spPr>
          <a:xfrm>
            <a:off x="6591300" y="3733800"/>
            <a:ext cx="6080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Additional memory access required for address translation</a:t>
            </a:r>
            <a:endParaRPr lang="en-US" sz="1350" dirty="0"/>
          </a:p>
        </p:txBody>
      </p:sp>
      <p:sp>
        <p:nvSpPr>
          <p:cNvPr id="29" name="Text 14"/>
          <p:cNvSpPr/>
          <p:nvPr/>
        </p:nvSpPr>
        <p:spPr>
          <a:xfrm>
            <a:off x="771525" y="4686300"/>
            <a:ext cx="1127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Comparison to Segmentation</a:t>
            </a:r>
            <a:endParaRPr lang="en-US" sz="1500" dirty="0"/>
          </a:p>
        </p:txBody>
      </p:sp>
      <p:sp>
        <p:nvSpPr>
          <p:cNvPr id="30" name="Text 15"/>
          <p:cNvSpPr/>
          <p:nvPr/>
        </p:nvSpPr>
        <p:spPr>
          <a:xfrm>
            <a:off x="457200" y="5067300"/>
            <a:ext cx="66751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Paging: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Fixed-size blocks, simple allocation but potential internal waste</a:t>
            </a:r>
            <a:endParaRPr lang="en-US" sz="1050" dirty="0"/>
          </a:p>
        </p:txBody>
      </p:sp>
      <p:sp>
        <p:nvSpPr>
          <p:cNvPr id="31" name="Text 16"/>
          <p:cNvSpPr/>
          <p:nvPr/>
        </p:nvSpPr>
        <p:spPr>
          <a:xfrm>
            <a:off x="6172200" y="5067300"/>
            <a:ext cx="66751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241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Segmentation: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Variable-size blocks, efficient space use but complex allocation</a:t>
            </a:r>
            <a:endParaRPr lang="en-US" sz="1050" dirty="0"/>
          </a:p>
        </p:txBody>
      </p:sp>
      <p:sp>
        <p:nvSpPr>
          <p:cNvPr id="32" name="Text 17"/>
          <p:cNvSpPr/>
          <p:nvPr/>
        </p:nvSpPr>
        <p:spPr>
          <a:xfrm>
            <a:off x="381000" y="6534150"/>
            <a:ext cx="380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Management and Resource Allocation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7600" y="20955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82400" y="2095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1638300"/>
            <a:ext cx="5753100" cy="47815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133600"/>
            <a:ext cx="54483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228850"/>
            <a:ext cx="9144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725" y="2324100"/>
            <a:ext cx="1333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19425" y="2781300"/>
            <a:ext cx="17145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3209925"/>
            <a:ext cx="5448300" cy="1981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3286125"/>
            <a:ext cx="52959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" y="3971925"/>
            <a:ext cx="52959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4352925"/>
            <a:ext cx="52959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4733925"/>
            <a:ext cx="52959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19425" y="5267325"/>
            <a:ext cx="17145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5547154"/>
            <a:ext cx="5448300" cy="571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4851" y="5618205"/>
            <a:ext cx="9144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5851" y="5738165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10300" y="1638300"/>
            <a:ext cx="5753100" cy="1562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2700" y="21717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2700" y="25146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62700" y="28575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10300" y="3352800"/>
            <a:ext cx="5753100" cy="1524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62700" y="3848100"/>
            <a:ext cx="2647950" cy="8763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15100" y="4267200"/>
            <a:ext cx="1143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15100" y="4495800"/>
            <a:ext cx="1143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63050" y="3848100"/>
            <a:ext cx="2647950" cy="8763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15450" y="4267200"/>
            <a:ext cx="1143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315450" y="4495800"/>
            <a:ext cx="1143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28600" y="6572250"/>
            <a:ext cx="11734800" cy="3429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04800" y="6677025"/>
            <a:ext cx="104775" cy="13335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381000" y="190500"/>
            <a:ext cx="44207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Segmentation Mechanisms</a:t>
            </a:r>
            <a:endParaRPr lang="en-US" sz="2250" dirty="0"/>
          </a:p>
        </p:txBody>
      </p:sp>
      <p:sp>
        <p:nvSpPr>
          <p:cNvPr id="36" name="Text 1"/>
          <p:cNvSpPr/>
          <p:nvPr/>
        </p:nvSpPr>
        <p:spPr>
          <a:xfrm>
            <a:off x="228600" y="952500"/>
            <a:ext cx="1173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Segmentation divides a program's memory into variable-sized logical units called </a:t>
            </a:r>
            <a:r>
              <a:rPr lang="en-US" sz="135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segments</a:t>
            </a:r>
            <a:r>
              <a:rPr lang="en-US" sz="13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which can vary in size. Each segment corresponds to a logical unit of the program.</a:t>
            </a:r>
            <a:endParaRPr lang="en-US" sz="1350" dirty="0"/>
          </a:p>
        </p:txBody>
      </p:sp>
      <p:sp>
        <p:nvSpPr>
          <p:cNvPr id="37" name="Text 2"/>
          <p:cNvSpPr/>
          <p:nvPr/>
        </p:nvSpPr>
        <p:spPr>
          <a:xfrm>
            <a:off x="381000" y="1790700"/>
            <a:ext cx="6537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 Table Translation</a:t>
            </a:r>
            <a:endParaRPr lang="en-US" sz="1500" dirty="0"/>
          </a:p>
        </p:txBody>
      </p:sp>
      <p:sp>
        <p:nvSpPr>
          <p:cNvPr id="38" name="Text 3"/>
          <p:cNvSpPr/>
          <p:nvPr/>
        </p:nvSpPr>
        <p:spPr>
          <a:xfrm>
            <a:off x="1447800" y="2209800"/>
            <a:ext cx="186469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Logical Address</a:t>
            </a:r>
            <a:endParaRPr lang="en-US" sz="1200" dirty="0"/>
          </a:p>
        </p:txBody>
      </p:sp>
      <p:sp>
        <p:nvSpPr>
          <p:cNvPr id="39" name="Text 4"/>
          <p:cNvSpPr/>
          <p:nvPr/>
        </p:nvSpPr>
        <p:spPr>
          <a:xfrm>
            <a:off x="1447800" y="2438400"/>
            <a:ext cx="18646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(Segment Number, Offset)</a:t>
            </a:r>
            <a:endParaRPr lang="en-US" sz="1050" dirty="0"/>
          </a:p>
        </p:txBody>
      </p:sp>
      <p:sp>
        <p:nvSpPr>
          <p:cNvPr id="40" name="Text 5"/>
          <p:cNvSpPr/>
          <p:nvPr/>
        </p:nvSpPr>
        <p:spPr>
          <a:xfrm>
            <a:off x="441960" y="3476625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 #</a:t>
            </a:r>
            <a:endParaRPr lang="en-US" sz="1200" dirty="0"/>
          </a:p>
        </p:txBody>
      </p:sp>
      <p:sp>
        <p:nvSpPr>
          <p:cNvPr id="41" name="Text 6"/>
          <p:cNvSpPr/>
          <p:nvPr/>
        </p:nvSpPr>
        <p:spPr>
          <a:xfrm>
            <a:off x="1524000" y="3362325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 Address</a:t>
            </a:r>
            <a:endParaRPr lang="en-US" sz="1200" dirty="0"/>
          </a:p>
        </p:txBody>
      </p:sp>
      <p:sp>
        <p:nvSpPr>
          <p:cNvPr id="42" name="Text 7"/>
          <p:cNvSpPr/>
          <p:nvPr/>
        </p:nvSpPr>
        <p:spPr>
          <a:xfrm>
            <a:off x="2514600" y="347662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</a:t>
            </a:r>
            <a:endParaRPr lang="en-US" sz="1200" dirty="0"/>
          </a:p>
        </p:txBody>
      </p:sp>
      <p:sp>
        <p:nvSpPr>
          <p:cNvPr id="43" name="Text 8"/>
          <p:cNvSpPr/>
          <p:nvPr/>
        </p:nvSpPr>
        <p:spPr>
          <a:xfrm>
            <a:off x="533400" y="404812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200" dirty="0"/>
          </a:p>
        </p:txBody>
      </p:sp>
      <p:sp>
        <p:nvSpPr>
          <p:cNvPr id="44" name="Text 9"/>
          <p:cNvSpPr/>
          <p:nvPr/>
        </p:nvSpPr>
        <p:spPr>
          <a:xfrm>
            <a:off x="1432560" y="4048125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1000</a:t>
            </a:r>
            <a:endParaRPr lang="en-US" sz="1200" dirty="0"/>
          </a:p>
        </p:txBody>
      </p:sp>
      <p:sp>
        <p:nvSpPr>
          <p:cNvPr id="45" name="Text 10"/>
          <p:cNvSpPr/>
          <p:nvPr/>
        </p:nvSpPr>
        <p:spPr>
          <a:xfrm>
            <a:off x="2514600" y="404812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</a:t>
            </a:r>
            <a:endParaRPr lang="en-US" sz="1200" dirty="0"/>
          </a:p>
        </p:txBody>
      </p:sp>
      <p:sp>
        <p:nvSpPr>
          <p:cNvPr id="46" name="Text 11"/>
          <p:cNvSpPr/>
          <p:nvPr/>
        </p:nvSpPr>
        <p:spPr>
          <a:xfrm>
            <a:off x="533400" y="442912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47" name="Text 12"/>
          <p:cNvSpPr/>
          <p:nvPr/>
        </p:nvSpPr>
        <p:spPr>
          <a:xfrm>
            <a:off x="1432560" y="4429125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1300</a:t>
            </a:r>
            <a:endParaRPr lang="en-US" sz="1200" dirty="0"/>
          </a:p>
        </p:txBody>
      </p:sp>
      <p:sp>
        <p:nvSpPr>
          <p:cNvPr id="48" name="Text 13"/>
          <p:cNvSpPr/>
          <p:nvPr/>
        </p:nvSpPr>
        <p:spPr>
          <a:xfrm>
            <a:off x="2514600" y="442912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150</a:t>
            </a:r>
            <a:endParaRPr lang="en-US" sz="1200" dirty="0"/>
          </a:p>
        </p:txBody>
      </p:sp>
      <p:sp>
        <p:nvSpPr>
          <p:cNvPr id="49" name="Text 14"/>
          <p:cNvSpPr/>
          <p:nvPr/>
        </p:nvSpPr>
        <p:spPr>
          <a:xfrm>
            <a:off x="533400" y="481012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50" name="Text 15"/>
          <p:cNvSpPr/>
          <p:nvPr/>
        </p:nvSpPr>
        <p:spPr>
          <a:xfrm>
            <a:off x="1432560" y="4810125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1500</a:t>
            </a:r>
            <a:endParaRPr lang="en-US" sz="1200" dirty="0"/>
          </a:p>
        </p:txBody>
      </p:sp>
      <p:sp>
        <p:nvSpPr>
          <p:cNvPr id="51" name="Text 16"/>
          <p:cNvSpPr/>
          <p:nvPr/>
        </p:nvSpPr>
        <p:spPr>
          <a:xfrm>
            <a:off x="2514600" y="4810125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100</a:t>
            </a:r>
            <a:endParaRPr lang="en-US" sz="1200" dirty="0"/>
          </a:p>
        </p:txBody>
      </p:sp>
      <p:sp>
        <p:nvSpPr>
          <p:cNvPr id="52" name="Text 17"/>
          <p:cNvSpPr/>
          <p:nvPr/>
        </p:nvSpPr>
        <p:spPr>
          <a:xfrm>
            <a:off x="1455451" y="5623354"/>
            <a:ext cx="16069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Address</a:t>
            </a:r>
            <a:endParaRPr lang="en-US" sz="1200" dirty="0"/>
          </a:p>
        </p:txBody>
      </p:sp>
      <p:sp>
        <p:nvSpPr>
          <p:cNvPr id="53" name="Text 18"/>
          <p:cNvSpPr/>
          <p:nvPr/>
        </p:nvSpPr>
        <p:spPr>
          <a:xfrm>
            <a:off x="1438975" y="5832904"/>
            <a:ext cx="16069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(Base Address, Offset)</a:t>
            </a:r>
            <a:endParaRPr lang="en-US" sz="1050" dirty="0"/>
          </a:p>
        </p:txBody>
      </p:sp>
      <p:sp>
        <p:nvSpPr>
          <p:cNvPr id="54" name="Text 19"/>
          <p:cNvSpPr/>
          <p:nvPr/>
        </p:nvSpPr>
        <p:spPr>
          <a:xfrm>
            <a:off x="6362700" y="1790700"/>
            <a:ext cx="6537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Benefits of Segmentation</a:t>
            </a:r>
            <a:endParaRPr lang="en-US" sz="1500" dirty="0"/>
          </a:p>
        </p:txBody>
      </p:sp>
      <p:sp>
        <p:nvSpPr>
          <p:cNvPr id="55" name="Text 20"/>
          <p:cNvSpPr/>
          <p:nvPr/>
        </p:nvSpPr>
        <p:spPr>
          <a:xfrm>
            <a:off x="6591300" y="2133600"/>
            <a:ext cx="4492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Aligns with logical program structure (code, data, stack)</a:t>
            </a:r>
            <a:endParaRPr lang="en-US" sz="1200" dirty="0"/>
          </a:p>
        </p:txBody>
      </p:sp>
      <p:sp>
        <p:nvSpPr>
          <p:cNvPr id="56" name="Text 21"/>
          <p:cNvSpPr/>
          <p:nvPr/>
        </p:nvSpPr>
        <p:spPr>
          <a:xfrm>
            <a:off x="6591300" y="2476500"/>
            <a:ext cx="3354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Simplifies memory protection and sharing</a:t>
            </a:r>
            <a:endParaRPr lang="en-US" sz="1200" dirty="0"/>
          </a:p>
        </p:txBody>
      </p:sp>
      <p:sp>
        <p:nvSpPr>
          <p:cNvPr id="57" name="Text 22"/>
          <p:cNvSpPr/>
          <p:nvPr/>
        </p:nvSpPr>
        <p:spPr>
          <a:xfrm>
            <a:off x="6591300" y="2819400"/>
            <a:ext cx="3625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 segment sizes better utilize memory</a:t>
            </a:r>
            <a:endParaRPr lang="en-US" sz="1200" dirty="0"/>
          </a:p>
        </p:txBody>
      </p:sp>
      <p:sp>
        <p:nvSpPr>
          <p:cNvPr id="58" name="Text 23"/>
          <p:cNvSpPr/>
          <p:nvPr/>
        </p:nvSpPr>
        <p:spPr>
          <a:xfrm>
            <a:off x="6362700" y="3505200"/>
            <a:ext cx="544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Comparison with Paging</a:t>
            </a:r>
            <a:endParaRPr lang="en-US" sz="1500" dirty="0"/>
          </a:p>
        </p:txBody>
      </p:sp>
      <p:sp>
        <p:nvSpPr>
          <p:cNvPr id="59" name="Text 24"/>
          <p:cNvSpPr/>
          <p:nvPr/>
        </p:nvSpPr>
        <p:spPr>
          <a:xfrm>
            <a:off x="6515100" y="392430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60" name="Text 25"/>
          <p:cNvSpPr/>
          <p:nvPr/>
        </p:nvSpPr>
        <p:spPr>
          <a:xfrm>
            <a:off x="6667500" y="4229100"/>
            <a:ext cx="117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Logical structure</a:t>
            </a:r>
            <a:endParaRPr lang="en-US" sz="1050" dirty="0"/>
          </a:p>
        </p:txBody>
      </p:sp>
      <p:sp>
        <p:nvSpPr>
          <p:cNvPr id="61" name="Text 26"/>
          <p:cNvSpPr/>
          <p:nvPr/>
        </p:nvSpPr>
        <p:spPr>
          <a:xfrm>
            <a:off x="6667500" y="4457700"/>
            <a:ext cx="16100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External fragmentation</a:t>
            </a:r>
            <a:endParaRPr lang="en-US" sz="1050" dirty="0"/>
          </a:p>
        </p:txBody>
      </p:sp>
      <p:sp>
        <p:nvSpPr>
          <p:cNvPr id="62" name="Text 27"/>
          <p:cNvSpPr/>
          <p:nvPr/>
        </p:nvSpPr>
        <p:spPr>
          <a:xfrm>
            <a:off x="9315450" y="392430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Paging</a:t>
            </a:r>
            <a:endParaRPr lang="en-US" sz="1200" dirty="0"/>
          </a:p>
        </p:txBody>
      </p:sp>
      <p:sp>
        <p:nvSpPr>
          <p:cNvPr id="63" name="Text 28"/>
          <p:cNvSpPr/>
          <p:nvPr/>
        </p:nvSpPr>
        <p:spPr>
          <a:xfrm>
            <a:off x="9467850" y="4229100"/>
            <a:ext cx="1227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Fixed-size blocks</a:t>
            </a:r>
            <a:endParaRPr lang="en-US" sz="1050" dirty="0"/>
          </a:p>
        </p:txBody>
      </p:sp>
      <p:sp>
        <p:nvSpPr>
          <p:cNvPr id="64" name="Text 29"/>
          <p:cNvSpPr/>
          <p:nvPr/>
        </p:nvSpPr>
        <p:spPr>
          <a:xfrm>
            <a:off x="9467850" y="4457700"/>
            <a:ext cx="15568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Internal fragmentation</a:t>
            </a:r>
            <a:endParaRPr lang="en-US" sz="1050" dirty="0"/>
          </a:p>
        </p:txBody>
      </p:sp>
      <p:sp>
        <p:nvSpPr>
          <p:cNvPr id="66" name="Text 31"/>
          <p:cNvSpPr/>
          <p:nvPr/>
        </p:nvSpPr>
        <p:spPr>
          <a:xfrm>
            <a:off x="381000" y="6534150"/>
            <a:ext cx="380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Management and Resource Allocation</a:t>
            </a:r>
            <a:endParaRPr lang="en-US" sz="1200" dirty="0"/>
          </a:p>
        </p:txBody>
      </p:sp>
      <p:sp>
        <p:nvSpPr>
          <p:cNvPr id="67" name="Text 32"/>
          <p:cNvSpPr/>
          <p:nvPr/>
        </p:nvSpPr>
        <p:spPr>
          <a:xfrm>
            <a:off x="11429702" y="6534150"/>
            <a:ext cx="457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/ 10</a:t>
            </a:r>
            <a:endParaRPr lang="en-US" sz="12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6DC7DB-68C8-8590-587D-D9D581C30FF8}"/>
              </a:ext>
            </a:extLst>
          </p:cNvPr>
          <p:cNvSpPr txBox="1"/>
          <p:nvPr/>
        </p:nvSpPr>
        <p:spPr>
          <a:xfrm>
            <a:off x="179174" y="6155206"/>
            <a:ext cx="6450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</a:t>
            </a:r>
            <a:r>
              <a:rPr lang="en-GB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Logical Address (1, 40) → Base = 1300 → Physical Address = 1340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9025" y="209550"/>
            <a:ext cx="257175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82400" y="2095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1371600"/>
            <a:ext cx="3810000" cy="2247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15240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350" y="1638300"/>
            <a:ext cx="1143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0" y="1371600"/>
            <a:ext cx="3810000" cy="2247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43400" y="1524000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7700" y="16383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53400" y="1371600"/>
            <a:ext cx="3810000" cy="2247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5800" y="1524000"/>
            <a:ext cx="3810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29625" y="1638300"/>
            <a:ext cx="13335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8600" y="3733800"/>
            <a:ext cx="11734800" cy="6096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2900" y="3876675"/>
            <a:ext cx="104775" cy="13335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381000" y="190500"/>
            <a:ext cx="4808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Allocation Strategies</a:t>
            </a:r>
            <a:endParaRPr lang="en-US" sz="2250" dirty="0"/>
          </a:p>
        </p:txBody>
      </p:sp>
      <p:sp>
        <p:nvSpPr>
          <p:cNvPr id="38" name="Text 1"/>
          <p:cNvSpPr/>
          <p:nvPr/>
        </p:nvSpPr>
        <p:spPr>
          <a:xfrm>
            <a:off x="228600" y="952500"/>
            <a:ext cx="140817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memory allocation is crucial for system performance. Operating systems implement different strategies to allocate memory blocks to processes.</a:t>
            </a:r>
            <a:endParaRPr lang="en-US" sz="1350" dirty="0"/>
          </a:p>
        </p:txBody>
      </p:sp>
      <p:sp>
        <p:nvSpPr>
          <p:cNvPr id="39" name="Text 2"/>
          <p:cNvSpPr/>
          <p:nvPr/>
        </p:nvSpPr>
        <p:spPr>
          <a:xfrm>
            <a:off x="876300" y="1581150"/>
            <a:ext cx="8508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First-Fit</a:t>
            </a:r>
            <a:endParaRPr lang="en-US" sz="1500" dirty="0"/>
          </a:p>
        </p:txBody>
      </p:sp>
      <p:sp>
        <p:nvSpPr>
          <p:cNvPr id="40" name="Text 3"/>
          <p:cNvSpPr/>
          <p:nvPr/>
        </p:nvSpPr>
        <p:spPr>
          <a:xfrm>
            <a:off x="457200" y="1932030"/>
            <a:ext cx="350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GB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Scans memory from the beginning and allocates the first available block that is large enough to satisfy the memory request.</a:t>
            </a:r>
            <a:endParaRPr lang="en-US" sz="1050" dirty="0"/>
          </a:p>
        </p:txBody>
      </p:sp>
      <p:sp>
        <p:nvSpPr>
          <p:cNvPr id="41" name="Text 4"/>
          <p:cNvSpPr/>
          <p:nvPr/>
        </p:nvSpPr>
        <p:spPr>
          <a:xfrm>
            <a:off x="1714500" y="25336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</a:t>
            </a:r>
            <a:endParaRPr lang="en-US" sz="750" dirty="0"/>
          </a:p>
        </p:txBody>
      </p:sp>
      <p:sp>
        <p:nvSpPr>
          <p:cNvPr id="42" name="Text 5"/>
          <p:cNvSpPr/>
          <p:nvPr/>
        </p:nvSpPr>
        <p:spPr>
          <a:xfrm>
            <a:off x="2628900" y="2533650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P2</a:t>
            </a:r>
            <a:endParaRPr lang="en-US" sz="750" dirty="0"/>
          </a:p>
        </p:txBody>
      </p:sp>
      <p:sp>
        <p:nvSpPr>
          <p:cNvPr id="43" name="Text 6"/>
          <p:cNvSpPr/>
          <p:nvPr/>
        </p:nvSpPr>
        <p:spPr>
          <a:xfrm>
            <a:off x="294605" y="2895600"/>
            <a:ext cx="10367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44" name="Text 7"/>
          <p:cNvSpPr/>
          <p:nvPr/>
        </p:nvSpPr>
        <p:spPr>
          <a:xfrm>
            <a:off x="257079" y="3181350"/>
            <a:ext cx="10544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</a:t>
            </a:r>
            <a:endParaRPr lang="en-US" sz="900" dirty="0"/>
          </a:p>
        </p:txBody>
      </p:sp>
      <p:sp>
        <p:nvSpPr>
          <p:cNvPr id="45" name="Text 8"/>
          <p:cNvSpPr/>
          <p:nvPr/>
        </p:nvSpPr>
        <p:spPr>
          <a:xfrm>
            <a:off x="190500" y="3314700"/>
            <a:ext cx="10544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</a:t>
            </a:r>
            <a:endParaRPr lang="en-US" sz="900" dirty="0"/>
          </a:p>
        </p:txBody>
      </p:sp>
      <p:sp>
        <p:nvSpPr>
          <p:cNvPr id="46" name="Text 9"/>
          <p:cNvSpPr/>
          <p:nvPr/>
        </p:nvSpPr>
        <p:spPr>
          <a:xfrm>
            <a:off x="2890510" y="2895600"/>
            <a:ext cx="10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Drawbacks</a:t>
            </a:r>
            <a:endParaRPr lang="en-US" sz="1200" dirty="0"/>
          </a:p>
        </p:txBody>
      </p:sp>
      <p:sp>
        <p:nvSpPr>
          <p:cNvPr id="47" name="Text 10"/>
          <p:cNvSpPr/>
          <p:nvPr/>
        </p:nvSpPr>
        <p:spPr>
          <a:xfrm>
            <a:off x="2680960" y="3162300"/>
            <a:ext cx="13148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Fragmentation</a:t>
            </a:r>
            <a:endParaRPr lang="en-US" sz="900" dirty="0"/>
          </a:p>
        </p:txBody>
      </p:sp>
      <p:sp>
        <p:nvSpPr>
          <p:cNvPr id="48" name="Text 11"/>
          <p:cNvSpPr/>
          <p:nvPr/>
        </p:nvSpPr>
        <p:spPr>
          <a:xfrm>
            <a:off x="2680960" y="3314700"/>
            <a:ext cx="13148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waste</a:t>
            </a:r>
            <a:endParaRPr lang="en-US" sz="900" dirty="0"/>
          </a:p>
        </p:txBody>
      </p:sp>
      <p:sp>
        <p:nvSpPr>
          <p:cNvPr id="49" name="Text 12"/>
          <p:cNvSpPr/>
          <p:nvPr/>
        </p:nvSpPr>
        <p:spPr>
          <a:xfrm>
            <a:off x="4838700" y="1581150"/>
            <a:ext cx="8509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A58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Best-Fit</a:t>
            </a:r>
            <a:endParaRPr lang="en-US" sz="1500" dirty="0"/>
          </a:p>
        </p:txBody>
      </p:sp>
      <p:sp>
        <p:nvSpPr>
          <p:cNvPr id="50" name="Text 13"/>
          <p:cNvSpPr/>
          <p:nvPr/>
        </p:nvSpPr>
        <p:spPr>
          <a:xfrm>
            <a:off x="4413195" y="1909762"/>
            <a:ext cx="348996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GB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Searches the entire memory and allocates the smallest available hole that is large enough to satisfy the memory request.</a:t>
            </a:r>
            <a:endParaRPr lang="en-US" sz="1050" dirty="0"/>
          </a:p>
        </p:txBody>
      </p:sp>
      <p:sp>
        <p:nvSpPr>
          <p:cNvPr id="51" name="Text 14"/>
          <p:cNvSpPr/>
          <p:nvPr/>
        </p:nvSpPr>
        <p:spPr>
          <a:xfrm>
            <a:off x="5676900" y="23431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P1</a:t>
            </a:r>
            <a:endParaRPr lang="en-US" sz="750" dirty="0"/>
          </a:p>
        </p:txBody>
      </p:sp>
      <p:sp>
        <p:nvSpPr>
          <p:cNvPr id="53" name="Text 16"/>
          <p:cNvSpPr/>
          <p:nvPr/>
        </p:nvSpPr>
        <p:spPr>
          <a:xfrm>
            <a:off x="4231466" y="2705100"/>
            <a:ext cx="1343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A58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54" name="Text 17"/>
          <p:cNvSpPr/>
          <p:nvPr/>
        </p:nvSpPr>
        <p:spPr>
          <a:xfrm>
            <a:off x="4182904" y="2962403"/>
            <a:ext cx="1571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Minimizes waste</a:t>
            </a:r>
            <a:endParaRPr lang="en-US" sz="900" dirty="0"/>
          </a:p>
        </p:txBody>
      </p:sp>
      <p:sp>
        <p:nvSpPr>
          <p:cNvPr id="55" name="Text 18"/>
          <p:cNvSpPr/>
          <p:nvPr/>
        </p:nvSpPr>
        <p:spPr>
          <a:xfrm>
            <a:off x="4231466" y="3129090"/>
            <a:ext cx="15718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space use</a:t>
            </a:r>
            <a:endParaRPr lang="en-US" sz="900" dirty="0"/>
          </a:p>
        </p:txBody>
      </p:sp>
      <p:sp>
        <p:nvSpPr>
          <p:cNvPr id="56" name="Text 19"/>
          <p:cNvSpPr/>
          <p:nvPr/>
        </p:nvSpPr>
        <p:spPr>
          <a:xfrm>
            <a:off x="6475229" y="2705100"/>
            <a:ext cx="14982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Drawbacks</a:t>
            </a:r>
            <a:endParaRPr lang="en-US" sz="1200" dirty="0"/>
          </a:p>
        </p:txBody>
      </p:sp>
      <p:sp>
        <p:nvSpPr>
          <p:cNvPr id="57" name="Text 20"/>
          <p:cNvSpPr/>
          <p:nvPr/>
        </p:nvSpPr>
        <p:spPr>
          <a:xfrm>
            <a:off x="6069940" y="2962403"/>
            <a:ext cx="17268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Slower search</a:t>
            </a:r>
            <a:endParaRPr lang="en-US" sz="900" dirty="0"/>
          </a:p>
        </p:txBody>
      </p:sp>
      <p:sp>
        <p:nvSpPr>
          <p:cNvPr id="58" name="Text 21"/>
          <p:cNvSpPr/>
          <p:nvPr/>
        </p:nvSpPr>
        <p:spPr>
          <a:xfrm>
            <a:off x="6246629" y="3124200"/>
            <a:ext cx="17268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 unusable holes</a:t>
            </a:r>
            <a:endParaRPr lang="en-US" sz="900" dirty="0"/>
          </a:p>
        </p:txBody>
      </p:sp>
      <p:sp>
        <p:nvSpPr>
          <p:cNvPr id="59" name="Text 22"/>
          <p:cNvSpPr/>
          <p:nvPr/>
        </p:nvSpPr>
        <p:spPr>
          <a:xfrm>
            <a:off x="8801100" y="1581150"/>
            <a:ext cx="9990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E22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Worst-Fit</a:t>
            </a:r>
            <a:endParaRPr lang="en-US" sz="1500" dirty="0"/>
          </a:p>
        </p:txBody>
      </p:sp>
      <p:sp>
        <p:nvSpPr>
          <p:cNvPr id="60" name="Text 23"/>
          <p:cNvSpPr/>
          <p:nvPr/>
        </p:nvSpPr>
        <p:spPr>
          <a:xfrm>
            <a:off x="8305800" y="2019300"/>
            <a:ext cx="4206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Allocates the largest available block.</a:t>
            </a:r>
            <a:endParaRPr lang="en-US" sz="1050" dirty="0"/>
          </a:p>
        </p:txBody>
      </p:sp>
      <p:sp>
        <p:nvSpPr>
          <p:cNvPr id="61" name="Text 24"/>
          <p:cNvSpPr/>
          <p:nvPr/>
        </p:nvSpPr>
        <p:spPr>
          <a:xfrm>
            <a:off x="9639300" y="234315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750" dirty="0"/>
          </a:p>
        </p:txBody>
      </p:sp>
      <p:sp>
        <p:nvSpPr>
          <p:cNvPr id="63" name="Text 26"/>
          <p:cNvSpPr/>
          <p:nvPr/>
        </p:nvSpPr>
        <p:spPr>
          <a:xfrm>
            <a:off x="8158713" y="2705100"/>
            <a:ext cx="17650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7E22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Advantages</a:t>
            </a:r>
            <a:endParaRPr lang="en-US" sz="1200" dirty="0"/>
          </a:p>
        </p:txBody>
      </p:sp>
      <p:sp>
        <p:nvSpPr>
          <p:cNvPr id="64" name="Text 27"/>
          <p:cNvSpPr/>
          <p:nvPr/>
        </p:nvSpPr>
        <p:spPr>
          <a:xfrm>
            <a:off x="8125852" y="2981709"/>
            <a:ext cx="19936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remaining blocks</a:t>
            </a:r>
            <a:endParaRPr lang="en-US" sz="900" dirty="0"/>
          </a:p>
        </p:txBody>
      </p:sp>
      <p:sp>
        <p:nvSpPr>
          <p:cNvPr id="65" name="Text 28"/>
          <p:cNvSpPr/>
          <p:nvPr/>
        </p:nvSpPr>
        <p:spPr>
          <a:xfrm>
            <a:off x="8193736" y="3129090"/>
            <a:ext cx="19936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allocation potential</a:t>
            </a:r>
            <a:endParaRPr lang="en-US" sz="900" dirty="0"/>
          </a:p>
        </p:txBody>
      </p:sp>
      <p:sp>
        <p:nvSpPr>
          <p:cNvPr id="66" name="Text 29"/>
          <p:cNvSpPr/>
          <p:nvPr/>
        </p:nvSpPr>
        <p:spPr>
          <a:xfrm>
            <a:off x="10270316" y="2705100"/>
            <a:ext cx="1680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Drawbacks</a:t>
            </a:r>
            <a:endParaRPr lang="en-US" sz="1200" dirty="0"/>
          </a:p>
        </p:txBody>
      </p:sp>
      <p:sp>
        <p:nvSpPr>
          <p:cNvPr id="67" name="Text 30"/>
          <p:cNvSpPr/>
          <p:nvPr/>
        </p:nvSpPr>
        <p:spPr>
          <a:xfrm>
            <a:off x="10060766" y="2971800"/>
            <a:ext cx="19093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Consumes large holes</a:t>
            </a:r>
            <a:endParaRPr lang="en-US" sz="900" dirty="0"/>
          </a:p>
        </p:txBody>
      </p:sp>
      <p:sp>
        <p:nvSpPr>
          <p:cNvPr id="68" name="Text 31"/>
          <p:cNvSpPr/>
          <p:nvPr/>
        </p:nvSpPr>
        <p:spPr>
          <a:xfrm>
            <a:off x="10117514" y="3124200"/>
            <a:ext cx="190934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ctr">
              <a:lnSpc>
                <a:spcPts val="12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Creates small fragments</a:t>
            </a:r>
            <a:endParaRPr lang="en-US" sz="900" dirty="0"/>
          </a:p>
        </p:txBody>
      </p:sp>
      <p:sp>
        <p:nvSpPr>
          <p:cNvPr id="69" name="Text 32"/>
          <p:cNvSpPr/>
          <p:nvPr/>
        </p:nvSpPr>
        <p:spPr>
          <a:xfrm>
            <a:off x="560933" y="3848100"/>
            <a:ext cx="11506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Insight: </a:t>
            </a:r>
            <a:r>
              <a:rPr lang="en-US" sz="105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choice of allocation strategy depends on system requirements. First-Fit is suitable for systems with frequent small allocations, while Best-Fit minimizes fragmentation for long-running processes.</a:t>
            </a:r>
            <a:endParaRPr lang="en-US" sz="1050" dirty="0"/>
          </a:p>
        </p:txBody>
      </p:sp>
      <p:sp>
        <p:nvSpPr>
          <p:cNvPr id="72" name="Text 35"/>
          <p:cNvSpPr/>
          <p:nvPr/>
        </p:nvSpPr>
        <p:spPr>
          <a:xfrm>
            <a:off x="381000" y="6534150"/>
            <a:ext cx="380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Management and Resource Allocation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9025" y="20955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3825" y="209550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" y="1981200"/>
            <a:ext cx="5829300" cy="1104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2171700"/>
            <a:ext cx="219075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" y="3238500"/>
            <a:ext cx="5829300" cy="1333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3429000"/>
            <a:ext cx="238125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524000"/>
            <a:ext cx="5829300" cy="3048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2700" y="2095500"/>
            <a:ext cx="1714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89688" y="2409825"/>
            <a:ext cx="736550" cy="5524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1488" y="2409825"/>
            <a:ext cx="642491" cy="5524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59229" y="2409825"/>
            <a:ext cx="694581" cy="552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9060" y="2409825"/>
            <a:ext cx="702022" cy="5524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46332" y="2409825"/>
            <a:ext cx="709315" cy="552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0897" y="2409825"/>
            <a:ext cx="709315" cy="552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62700" y="320040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89688" y="3514725"/>
            <a:ext cx="736550" cy="5905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21488" y="3514725"/>
            <a:ext cx="642491" cy="5905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59229" y="3514725"/>
            <a:ext cx="694581" cy="5905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49060" y="3514725"/>
            <a:ext cx="702022" cy="5905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46332" y="3514725"/>
            <a:ext cx="709315" cy="5905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750897" y="3514725"/>
            <a:ext cx="709315" cy="5905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52400" y="5105400"/>
            <a:ext cx="3886200" cy="10096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66700" y="5219700"/>
            <a:ext cx="3657600" cy="685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152900" y="5105400"/>
            <a:ext cx="3886200" cy="10096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267200" y="5219700"/>
            <a:ext cx="3657600" cy="685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53400" y="5105400"/>
            <a:ext cx="3886200" cy="10096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67700" y="5219700"/>
            <a:ext cx="3657600" cy="6858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28600" y="6534150"/>
            <a:ext cx="5810250" cy="16383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04800" y="6800850"/>
            <a:ext cx="5657850" cy="1295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153150" y="6534150"/>
            <a:ext cx="5810250" cy="16383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229350" y="6800850"/>
            <a:ext cx="5657850" cy="1295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381000" y="190500"/>
            <a:ext cx="31439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Garbage Collection</a:t>
            </a:r>
            <a:endParaRPr lang="en-US" sz="2250" dirty="0"/>
          </a:p>
        </p:txBody>
      </p:sp>
      <p:sp>
        <p:nvSpPr>
          <p:cNvPr id="40" name="Text 1"/>
          <p:cNvSpPr/>
          <p:nvPr/>
        </p:nvSpPr>
        <p:spPr>
          <a:xfrm>
            <a:off x="152400" y="876300"/>
            <a:ext cx="11887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Garbage collection is a form of automatic memory management that reclaims memory occupied by objects that are no longer referenced by the program, preventing memory leaks and simplifying memory management for developers.</a:t>
            </a:r>
            <a:endParaRPr lang="en-US" sz="1350" dirty="0"/>
          </a:p>
        </p:txBody>
      </p:sp>
      <p:sp>
        <p:nvSpPr>
          <p:cNvPr id="41" name="Text 2"/>
          <p:cNvSpPr/>
          <p:nvPr/>
        </p:nvSpPr>
        <p:spPr>
          <a:xfrm>
            <a:off x="152400" y="1524000"/>
            <a:ext cx="69951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Mark-and-Sweep Algorithm</a:t>
            </a:r>
            <a:endParaRPr lang="en-US" sz="1800" dirty="0"/>
          </a:p>
        </p:txBody>
      </p:sp>
      <p:sp>
        <p:nvSpPr>
          <p:cNvPr id="42" name="Text 3"/>
          <p:cNvSpPr/>
          <p:nvPr/>
        </p:nvSpPr>
        <p:spPr>
          <a:xfrm>
            <a:off x="600075" y="2133600"/>
            <a:ext cx="552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 Phase</a:t>
            </a:r>
            <a:endParaRPr lang="en-US" sz="1500" dirty="0"/>
          </a:p>
        </p:txBody>
      </p:sp>
      <p:sp>
        <p:nvSpPr>
          <p:cNvPr id="43" name="Text 4"/>
          <p:cNvSpPr/>
          <p:nvPr/>
        </p:nvSpPr>
        <p:spPr>
          <a:xfrm>
            <a:off x="304800" y="2476500"/>
            <a:ext cx="552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garbage collector traverses all objects reachable from "root" objects (global variables, active stack frames). All reachable objects are marked as "in use."</a:t>
            </a:r>
            <a:endParaRPr lang="en-US" sz="1200" dirty="0"/>
          </a:p>
        </p:txBody>
      </p:sp>
      <p:sp>
        <p:nvSpPr>
          <p:cNvPr id="44" name="Text 5"/>
          <p:cNvSpPr/>
          <p:nvPr/>
        </p:nvSpPr>
        <p:spPr>
          <a:xfrm>
            <a:off x="619125" y="3390900"/>
            <a:ext cx="552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Sweep Phase</a:t>
            </a:r>
            <a:endParaRPr lang="en-US" sz="1500" dirty="0"/>
          </a:p>
        </p:txBody>
      </p:sp>
      <p:sp>
        <p:nvSpPr>
          <p:cNvPr id="45" name="Text 6"/>
          <p:cNvSpPr/>
          <p:nvPr/>
        </p:nvSpPr>
        <p:spPr>
          <a:xfrm>
            <a:off x="304800" y="3733800"/>
            <a:ext cx="552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garbage collector scans the entire heap. Any object not marked during the mark phase is considered "garbage" and its memory is reclaimed for future allocations.</a:t>
            </a:r>
            <a:endParaRPr lang="en-US" sz="1200" dirty="0"/>
          </a:p>
        </p:txBody>
      </p:sp>
      <p:sp>
        <p:nvSpPr>
          <p:cNvPr id="46" name="Text 7"/>
          <p:cNvSpPr/>
          <p:nvPr/>
        </p:nvSpPr>
        <p:spPr>
          <a:xfrm>
            <a:off x="5810250" y="1676400"/>
            <a:ext cx="6629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Mark-and-Sweep Visualization</a:t>
            </a:r>
            <a:endParaRPr lang="en-US" sz="1500" dirty="0"/>
          </a:p>
        </p:txBody>
      </p:sp>
      <p:sp>
        <p:nvSpPr>
          <p:cNvPr id="47" name="Text 8"/>
          <p:cNvSpPr/>
          <p:nvPr/>
        </p:nvSpPr>
        <p:spPr>
          <a:xfrm>
            <a:off x="6610350" y="205740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 Phase</a:t>
            </a:r>
            <a:endParaRPr lang="en-US" sz="1200" dirty="0"/>
          </a:p>
        </p:txBody>
      </p:sp>
      <p:sp>
        <p:nvSpPr>
          <p:cNvPr id="48" name="Text 9"/>
          <p:cNvSpPr/>
          <p:nvPr/>
        </p:nvSpPr>
        <p:spPr>
          <a:xfrm>
            <a:off x="6789688" y="2409825"/>
            <a:ext cx="7365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</a:t>
            </a:r>
          </a:p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Variables</a:t>
            </a:r>
            <a:endParaRPr lang="en-US" sz="1050" dirty="0"/>
          </a:p>
        </p:txBody>
      </p:sp>
      <p:sp>
        <p:nvSpPr>
          <p:cNvPr id="49" name="Text 10"/>
          <p:cNvSpPr/>
          <p:nvPr/>
        </p:nvSpPr>
        <p:spPr>
          <a:xfrm>
            <a:off x="7621488" y="2409825"/>
            <a:ext cx="64249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Stack</a:t>
            </a:r>
          </a:p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Frames</a:t>
            </a:r>
            <a:endParaRPr lang="en-US" sz="1050" dirty="0"/>
          </a:p>
        </p:txBody>
      </p:sp>
      <p:sp>
        <p:nvSpPr>
          <p:cNvPr id="50" name="Text 11"/>
          <p:cNvSpPr/>
          <p:nvPr/>
        </p:nvSpPr>
        <p:spPr>
          <a:xfrm>
            <a:off x="8289771" y="2409825"/>
            <a:ext cx="83349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 A</a:t>
            </a:r>
            <a:endParaRPr lang="en-US" sz="1050" dirty="0"/>
          </a:p>
        </p:txBody>
      </p:sp>
      <p:sp>
        <p:nvSpPr>
          <p:cNvPr id="51" name="Text 12"/>
          <p:cNvSpPr/>
          <p:nvPr/>
        </p:nvSpPr>
        <p:spPr>
          <a:xfrm>
            <a:off x="9078858" y="2409825"/>
            <a:ext cx="84242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 B</a:t>
            </a:r>
            <a:endParaRPr lang="en-US" sz="1050" dirty="0"/>
          </a:p>
        </p:txBody>
      </p:sp>
      <p:sp>
        <p:nvSpPr>
          <p:cNvPr id="52" name="Text 13"/>
          <p:cNvSpPr/>
          <p:nvPr/>
        </p:nvSpPr>
        <p:spPr>
          <a:xfrm>
            <a:off x="9875401" y="2409825"/>
            <a:ext cx="8511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 C</a:t>
            </a:r>
            <a:endParaRPr lang="en-US" sz="1050" dirty="0"/>
          </a:p>
        </p:txBody>
      </p:sp>
      <p:sp>
        <p:nvSpPr>
          <p:cNvPr id="53" name="Text 14"/>
          <p:cNvSpPr/>
          <p:nvPr/>
        </p:nvSpPr>
        <p:spPr>
          <a:xfrm>
            <a:off x="10679966" y="2409825"/>
            <a:ext cx="85117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 D</a:t>
            </a:r>
            <a:endParaRPr lang="en-US" sz="1050" dirty="0"/>
          </a:p>
        </p:txBody>
      </p:sp>
      <p:sp>
        <p:nvSpPr>
          <p:cNvPr id="54" name="Text 15"/>
          <p:cNvSpPr/>
          <p:nvPr/>
        </p:nvSpPr>
        <p:spPr>
          <a:xfrm>
            <a:off x="6629400" y="3162300"/>
            <a:ext cx="552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Sweep Phase</a:t>
            </a:r>
            <a:endParaRPr lang="en-US" sz="1200" dirty="0"/>
          </a:p>
        </p:txBody>
      </p:sp>
      <p:sp>
        <p:nvSpPr>
          <p:cNvPr id="55" name="Text 16"/>
          <p:cNvSpPr/>
          <p:nvPr/>
        </p:nvSpPr>
        <p:spPr>
          <a:xfrm>
            <a:off x="6789688" y="3514725"/>
            <a:ext cx="736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</a:t>
            </a:r>
          </a:p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Variables</a:t>
            </a:r>
            <a:endParaRPr lang="en-US" sz="1050" dirty="0"/>
          </a:p>
        </p:txBody>
      </p:sp>
      <p:sp>
        <p:nvSpPr>
          <p:cNvPr id="56" name="Text 17"/>
          <p:cNvSpPr/>
          <p:nvPr/>
        </p:nvSpPr>
        <p:spPr>
          <a:xfrm>
            <a:off x="7621488" y="3514725"/>
            <a:ext cx="64249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Stack</a:t>
            </a:r>
          </a:p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Frames</a:t>
            </a:r>
            <a:endParaRPr lang="en-US" sz="1050" dirty="0"/>
          </a:p>
        </p:txBody>
      </p:sp>
      <p:sp>
        <p:nvSpPr>
          <p:cNvPr id="57" name="Text 18"/>
          <p:cNvSpPr/>
          <p:nvPr/>
        </p:nvSpPr>
        <p:spPr>
          <a:xfrm>
            <a:off x="8289771" y="3514725"/>
            <a:ext cx="83349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 A</a:t>
            </a:r>
            <a:endParaRPr lang="en-US" sz="1050" dirty="0"/>
          </a:p>
        </p:txBody>
      </p:sp>
      <p:sp>
        <p:nvSpPr>
          <p:cNvPr id="58" name="Text 19"/>
          <p:cNvSpPr/>
          <p:nvPr/>
        </p:nvSpPr>
        <p:spPr>
          <a:xfrm>
            <a:off x="9078858" y="3514725"/>
            <a:ext cx="84242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 B</a:t>
            </a:r>
            <a:endParaRPr lang="en-US" sz="1050" dirty="0"/>
          </a:p>
        </p:txBody>
      </p:sp>
      <p:sp>
        <p:nvSpPr>
          <p:cNvPr id="59" name="Text 20"/>
          <p:cNvSpPr/>
          <p:nvPr/>
        </p:nvSpPr>
        <p:spPr>
          <a:xfrm>
            <a:off x="9875401" y="3514725"/>
            <a:ext cx="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 C</a:t>
            </a:r>
            <a:endParaRPr lang="en-US" sz="1050" dirty="0"/>
          </a:p>
        </p:txBody>
      </p:sp>
      <p:sp>
        <p:nvSpPr>
          <p:cNvPr id="60" name="Text 21"/>
          <p:cNvSpPr/>
          <p:nvPr/>
        </p:nvSpPr>
        <p:spPr>
          <a:xfrm>
            <a:off x="10679966" y="3514725"/>
            <a:ext cx="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dirty="0">
                <a:solidFill>
                  <a:srgbClr val="7575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 D</a:t>
            </a:r>
            <a:endParaRPr lang="en-US" sz="1050" dirty="0"/>
          </a:p>
        </p:txBody>
      </p:sp>
      <p:sp>
        <p:nvSpPr>
          <p:cNvPr id="61" name="Text 22"/>
          <p:cNvSpPr/>
          <p:nvPr/>
        </p:nvSpPr>
        <p:spPr>
          <a:xfrm>
            <a:off x="152400" y="4686300"/>
            <a:ext cx="1188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Benefits of Garbage Collection</a:t>
            </a:r>
            <a:endParaRPr lang="en-US" sz="1800" dirty="0"/>
          </a:p>
        </p:txBody>
      </p:sp>
      <p:sp>
        <p:nvSpPr>
          <p:cNvPr id="62" name="Text 23"/>
          <p:cNvSpPr/>
          <p:nvPr/>
        </p:nvSpPr>
        <p:spPr>
          <a:xfrm>
            <a:off x="409575" y="5219700"/>
            <a:ext cx="3514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Prevents Memory Leaks: </a:t>
            </a: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Automatically reclaims memory that would otherwise be lost to unreferenced objects.</a:t>
            </a:r>
            <a:endParaRPr lang="en-US" sz="1200" dirty="0"/>
          </a:p>
        </p:txBody>
      </p:sp>
      <p:sp>
        <p:nvSpPr>
          <p:cNvPr id="63" name="Text 24"/>
          <p:cNvSpPr/>
          <p:nvPr/>
        </p:nvSpPr>
        <p:spPr>
          <a:xfrm>
            <a:off x="4410075" y="5219700"/>
            <a:ext cx="3514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Simplifies Development: </a:t>
            </a: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the burden on developers to manually manage memory allocation and deallocation.</a:t>
            </a:r>
            <a:endParaRPr lang="en-US" sz="1200" dirty="0"/>
          </a:p>
        </p:txBody>
      </p:sp>
      <p:sp>
        <p:nvSpPr>
          <p:cNvPr id="64" name="Text 25"/>
          <p:cNvSpPr/>
          <p:nvPr/>
        </p:nvSpPr>
        <p:spPr>
          <a:xfrm>
            <a:off x="8410575" y="5219700"/>
            <a:ext cx="35147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Improves System Stability: </a:t>
            </a: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Helps prevent crashes and security vulnerabilities caused by dangling pointers and memory corruption.</a:t>
            </a:r>
            <a:endParaRPr lang="en-US" sz="1200" dirty="0"/>
          </a:p>
        </p:txBody>
      </p:sp>
      <p:sp>
        <p:nvSpPr>
          <p:cNvPr id="70" name="Text 31"/>
          <p:cNvSpPr/>
          <p:nvPr/>
        </p:nvSpPr>
        <p:spPr>
          <a:xfrm>
            <a:off x="381000" y="6534150"/>
            <a:ext cx="380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Management and Resource Allocation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7600" y="20955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82400" y="2095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500" y="1295400"/>
            <a:ext cx="5810250" cy="2171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1409700"/>
            <a:ext cx="3810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575" y="1466850"/>
            <a:ext cx="17145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4800" y="2438400"/>
            <a:ext cx="1809750" cy="723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5375" y="2514600"/>
            <a:ext cx="228600" cy="304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90750" y="2438400"/>
            <a:ext cx="1809750" cy="723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52750" y="2514600"/>
            <a:ext cx="2857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76700" y="2438400"/>
            <a:ext cx="1809750" cy="723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67275" y="251460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91250" y="1295400"/>
            <a:ext cx="5810250" cy="2171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05550" y="14097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146685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05550" y="2438400"/>
            <a:ext cx="2752725" cy="419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81750" y="2514600"/>
            <a:ext cx="19050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34475" y="2438400"/>
            <a:ext cx="2752725" cy="419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10675" y="2514600"/>
            <a:ext cx="21907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05550" y="2933700"/>
            <a:ext cx="2752725" cy="419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81750" y="3009900"/>
            <a:ext cx="19050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34475" y="2933700"/>
            <a:ext cx="2752725" cy="4191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10675" y="3009900"/>
            <a:ext cx="238125" cy="266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90500" y="4203357"/>
            <a:ext cx="11811000" cy="3429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57187" y="4305558"/>
            <a:ext cx="104775" cy="1333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81000" y="190500"/>
            <a:ext cx="55128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 Isolation and Allocation</a:t>
            </a:r>
            <a:endParaRPr lang="en-US" sz="2250" dirty="0"/>
          </a:p>
        </p:txBody>
      </p:sp>
      <p:sp>
        <p:nvSpPr>
          <p:cNvPr id="33" name="Text 1"/>
          <p:cNvSpPr/>
          <p:nvPr/>
        </p:nvSpPr>
        <p:spPr>
          <a:xfrm>
            <a:off x="190500" y="914400"/>
            <a:ext cx="1417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 isolation prevents applications from monopolizing resources or interfering with others in multi-tenant environments.</a:t>
            </a:r>
            <a:endParaRPr lang="en-US" sz="1200" dirty="0"/>
          </a:p>
        </p:txBody>
      </p:sp>
      <p:sp>
        <p:nvSpPr>
          <p:cNvPr id="34" name="Text 2"/>
          <p:cNvSpPr/>
          <p:nvPr/>
        </p:nvSpPr>
        <p:spPr>
          <a:xfrm>
            <a:off x="800100" y="1466850"/>
            <a:ext cx="2071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Linux Namespaces</a:t>
            </a:r>
            <a:endParaRPr lang="en-US" sz="1500" dirty="0"/>
          </a:p>
        </p:txBody>
      </p:sp>
      <p:sp>
        <p:nvSpPr>
          <p:cNvPr id="35" name="Text 3"/>
          <p:cNvSpPr/>
          <p:nvPr/>
        </p:nvSpPr>
        <p:spPr>
          <a:xfrm>
            <a:off x="304800" y="1943100"/>
            <a:ext cx="5581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Partitions system resources into isolated environments, making processes within one namespace unaware of processes in another.</a:t>
            </a:r>
            <a:endParaRPr lang="en-US" sz="1050" dirty="0"/>
          </a:p>
        </p:txBody>
      </p:sp>
      <p:sp>
        <p:nvSpPr>
          <p:cNvPr id="36" name="Text 4"/>
          <p:cNvSpPr/>
          <p:nvPr/>
        </p:nvSpPr>
        <p:spPr>
          <a:xfrm>
            <a:off x="215265" y="2895600"/>
            <a:ext cx="1988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PID Namespaces</a:t>
            </a:r>
            <a:endParaRPr lang="en-US" sz="1050" dirty="0"/>
          </a:p>
        </p:txBody>
      </p:sp>
      <p:sp>
        <p:nvSpPr>
          <p:cNvPr id="37" name="Text 5"/>
          <p:cNvSpPr/>
          <p:nvPr/>
        </p:nvSpPr>
        <p:spPr>
          <a:xfrm>
            <a:off x="2101215" y="2895600"/>
            <a:ext cx="1988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 Interfaces</a:t>
            </a:r>
            <a:endParaRPr lang="en-US" sz="1050" dirty="0"/>
          </a:p>
        </p:txBody>
      </p:sp>
      <p:sp>
        <p:nvSpPr>
          <p:cNvPr id="38" name="Text 6"/>
          <p:cNvSpPr/>
          <p:nvPr/>
        </p:nvSpPr>
        <p:spPr>
          <a:xfrm>
            <a:off x="3987165" y="2895600"/>
            <a:ext cx="19888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Mount Points</a:t>
            </a:r>
            <a:endParaRPr lang="en-US" sz="1050" dirty="0"/>
          </a:p>
        </p:txBody>
      </p:sp>
      <p:sp>
        <p:nvSpPr>
          <p:cNvPr id="39" name="Text 7"/>
          <p:cNvSpPr/>
          <p:nvPr/>
        </p:nvSpPr>
        <p:spPr>
          <a:xfrm>
            <a:off x="6800850" y="1466850"/>
            <a:ext cx="16128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A58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Linux Cgroups</a:t>
            </a:r>
            <a:endParaRPr lang="en-US" sz="1500" dirty="0"/>
          </a:p>
        </p:txBody>
      </p:sp>
      <p:sp>
        <p:nvSpPr>
          <p:cNvPr id="40" name="Text 8"/>
          <p:cNvSpPr/>
          <p:nvPr/>
        </p:nvSpPr>
        <p:spPr>
          <a:xfrm>
            <a:off x="6305550" y="1943100"/>
            <a:ext cx="5581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Controls allocation, prioritization, and limitation of system resources among groups of processes.</a:t>
            </a:r>
            <a:endParaRPr lang="en-US" sz="1050" dirty="0"/>
          </a:p>
        </p:txBody>
      </p:sp>
      <p:sp>
        <p:nvSpPr>
          <p:cNvPr id="41" name="Text 9"/>
          <p:cNvSpPr/>
          <p:nvPr/>
        </p:nvSpPr>
        <p:spPr>
          <a:xfrm>
            <a:off x="6648450" y="2552700"/>
            <a:ext cx="105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CPU allocation</a:t>
            </a:r>
            <a:endParaRPr lang="en-US" sz="1050" dirty="0"/>
          </a:p>
        </p:txBody>
      </p:sp>
      <p:sp>
        <p:nvSpPr>
          <p:cNvPr id="42" name="Text 10"/>
          <p:cNvSpPr/>
          <p:nvPr/>
        </p:nvSpPr>
        <p:spPr>
          <a:xfrm>
            <a:off x="9505950" y="2552700"/>
            <a:ext cx="9869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limits</a:t>
            </a:r>
            <a:endParaRPr lang="en-US" sz="1050" dirty="0"/>
          </a:p>
        </p:txBody>
      </p:sp>
      <p:sp>
        <p:nvSpPr>
          <p:cNvPr id="43" name="Text 11"/>
          <p:cNvSpPr/>
          <p:nvPr/>
        </p:nvSpPr>
        <p:spPr>
          <a:xfrm>
            <a:off x="6648450" y="3048000"/>
            <a:ext cx="10938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Disk I/O control</a:t>
            </a:r>
            <a:endParaRPr lang="en-US" sz="1050" dirty="0"/>
          </a:p>
        </p:txBody>
      </p:sp>
      <p:sp>
        <p:nvSpPr>
          <p:cNvPr id="44" name="Text 12"/>
          <p:cNvSpPr/>
          <p:nvPr/>
        </p:nvSpPr>
        <p:spPr>
          <a:xfrm>
            <a:off x="9525000" y="3048000"/>
            <a:ext cx="13608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 bandwidth</a:t>
            </a:r>
            <a:endParaRPr lang="en-US" sz="1050" dirty="0"/>
          </a:p>
        </p:txBody>
      </p:sp>
      <p:sp>
        <p:nvSpPr>
          <p:cNvPr id="46" name="Text 14"/>
          <p:cNvSpPr/>
          <p:nvPr/>
        </p:nvSpPr>
        <p:spPr>
          <a:xfrm>
            <a:off x="702377" y="4279557"/>
            <a:ext cx="13990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Insight: </a:t>
            </a:r>
            <a:r>
              <a:rPr lang="en-US" sz="105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 isolation ensures each tenant receives fair share of resources without exceeding limits, maintaining system stability.</a:t>
            </a:r>
            <a:endParaRPr lang="en-US" sz="1050" dirty="0"/>
          </a:p>
        </p:txBody>
      </p:sp>
      <p:sp>
        <p:nvSpPr>
          <p:cNvPr id="47" name="Text 15"/>
          <p:cNvSpPr/>
          <p:nvPr/>
        </p:nvSpPr>
        <p:spPr>
          <a:xfrm>
            <a:off x="381000" y="6534150"/>
            <a:ext cx="380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Management and Resource Allocation</a:t>
            </a:r>
            <a:endParaRPr lang="en-US" sz="1200" dirty="0"/>
          </a:p>
        </p:txBody>
      </p:sp>
      <p:sp>
        <p:nvSpPr>
          <p:cNvPr id="48" name="Text 16"/>
          <p:cNvSpPr/>
          <p:nvPr/>
        </p:nvSpPr>
        <p:spPr>
          <a:xfrm>
            <a:off x="11429702" y="6534150"/>
            <a:ext cx="457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20955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77600" y="2095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82400" y="20955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1028700"/>
            <a:ext cx="11582400" cy="838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4800" y="2095500"/>
            <a:ext cx="5676900" cy="2171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22860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" y="2400300"/>
            <a:ext cx="1333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28575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320040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35433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38862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2095500"/>
            <a:ext cx="5676900" cy="2171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22860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6050" y="2400300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28575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2004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5433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38862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4800" y="4495800"/>
            <a:ext cx="11582400" cy="1143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04800" y="4495800"/>
            <a:ext cx="11582400" cy="4572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0793" y="4648200"/>
            <a:ext cx="1714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59510" y="4648200"/>
            <a:ext cx="13335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54008" y="4648200"/>
            <a:ext cx="1905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4800" y="4953000"/>
            <a:ext cx="11582400" cy="685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9100" y="5099384"/>
            <a:ext cx="17145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04800" y="5867400"/>
            <a:ext cx="11582400" cy="533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7200" y="6038850"/>
            <a:ext cx="1143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381000" y="190500"/>
            <a:ext cx="43630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Containerisation Concepts</a:t>
            </a:r>
            <a:endParaRPr lang="en-US" sz="2250" dirty="0"/>
          </a:p>
        </p:txBody>
      </p:sp>
      <p:sp>
        <p:nvSpPr>
          <p:cNvPr id="34" name="Text 1"/>
          <p:cNvSpPr/>
          <p:nvPr/>
        </p:nvSpPr>
        <p:spPr>
          <a:xfrm>
            <a:off x="457200" y="1181100"/>
            <a:ext cx="11277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Containerisation packages applications with dependencies into isolated units, sharing the host OS kernel for efficiency. Docker is a prominent example, enabling consistent application deployment.</a:t>
            </a:r>
            <a:endParaRPr lang="en-US" sz="1350" dirty="0"/>
          </a:p>
        </p:txBody>
      </p:sp>
      <p:sp>
        <p:nvSpPr>
          <p:cNvPr id="35" name="Text 2"/>
          <p:cNvSpPr/>
          <p:nvPr/>
        </p:nvSpPr>
        <p:spPr>
          <a:xfrm>
            <a:off x="990600" y="2324100"/>
            <a:ext cx="397835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Containerisation (e.g., Docker)</a:t>
            </a:r>
            <a:endParaRPr lang="en-US" sz="1800" dirty="0"/>
          </a:p>
        </p:txBody>
      </p:sp>
      <p:sp>
        <p:nvSpPr>
          <p:cNvPr id="36" name="Text 3"/>
          <p:cNvSpPr/>
          <p:nvPr/>
        </p:nvSpPr>
        <p:spPr>
          <a:xfrm>
            <a:off x="723900" y="2819400"/>
            <a:ext cx="320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overhead </a:t>
            </a: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shares host OS kernel</a:t>
            </a:r>
            <a:endParaRPr lang="en-US" sz="1200" dirty="0"/>
          </a:p>
        </p:txBody>
      </p:sp>
      <p:sp>
        <p:nvSpPr>
          <p:cNvPr id="37" name="Text 4"/>
          <p:cNvSpPr/>
          <p:nvPr/>
        </p:nvSpPr>
        <p:spPr>
          <a:xfrm>
            <a:off x="723900" y="3162300"/>
            <a:ext cx="2866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 startup </a:t>
            </a: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launches in seconds</a:t>
            </a:r>
            <a:endParaRPr lang="en-US" sz="1200" dirty="0"/>
          </a:p>
        </p:txBody>
      </p:sp>
      <p:sp>
        <p:nvSpPr>
          <p:cNvPr id="38" name="Text 5"/>
          <p:cNvSpPr/>
          <p:nvPr/>
        </p:nvSpPr>
        <p:spPr>
          <a:xfrm>
            <a:off x="723900" y="3505200"/>
            <a:ext cx="4065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portability </a:t>
            </a: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consistent across environments</a:t>
            </a:r>
            <a:endParaRPr lang="en-US" sz="1200" dirty="0"/>
          </a:p>
        </p:txBody>
      </p:sp>
      <p:sp>
        <p:nvSpPr>
          <p:cNvPr id="39" name="Text 6"/>
          <p:cNvSpPr/>
          <p:nvPr/>
        </p:nvSpPr>
        <p:spPr>
          <a:xfrm>
            <a:off x="723900" y="3848100"/>
            <a:ext cx="3354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Process-level isolation </a:t>
            </a: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via namespaces</a:t>
            </a:r>
            <a:endParaRPr lang="en-US" sz="1200" dirty="0"/>
          </a:p>
        </p:txBody>
      </p:sp>
      <p:sp>
        <p:nvSpPr>
          <p:cNvPr id="40" name="Text 7"/>
          <p:cNvSpPr/>
          <p:nvPr/>
        </p:nvSpPr>
        <p:spPr>
          <a:xfrm>
            <a:off x="6896100" y="2324100"/>
            <a:ext cx="40956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Machines (e.g., VMware)</a:t>
            </a:r>
            <a:endParaRPr lang="en-US" sz="1800" dirty="0"/>
          </a:p>
        </p:txBody>
      </p:sp>
      <p:sp>
        <p:nvSpPr>
          <p:cNvPr id="41" name="Text 8"/>
          <p:cNvSpPr/>
          <p:nvPr/>
        </p:nvSpPr>
        <p:spPr>
          <a:xfrm>
            <a:off x="6629400" y="2819400"/>
            <a:ext cx="27033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overhead </a:t>
            </a: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includes full OS</a:t>
            </a:r>
            <a:endParaRPr lang="en-US" sz="1200" dirty="0"/>
          </a:p>
        </p:txBody>
      </p:sp>
      <p:sp>
        <p:nvSpPr>
          <p:cNvPr id="42" name="Text 9"/>
          <p:cNvSpPr/>
          <p:nvPr/>
        </p:nvSpPr>
        <p:spPr>
          <a:xfrm>
            <a:off x="6629400" y="3162300"/>
            <a:ext cx="2591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 startup </a:t>
            </a: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boots in minutes</a:t>
            </a:r>
            <a:endParaRPr lang="en-US" sz="1200" dirty="0"/>
          </a:p>
        </p:txBody>
      </p:sp>
      <p:sp>
        <p:nvSpPr>
          <p:cNvPr id="43" name="Text 10"/>
          <p:cNvSpPr/>
          <p:nvPr/>
        </p:nvSpPr>
        <p:spPr>
          <a:xfrm>
            <a:off x="6629400" y="3505200"/>
            <a:ext cx="37606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 portability </a:t>
            </a: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 depends on hypervisor</a:t>
            </a:r>
            <a:endParaRPr lang="en-US" sz="1200" dirty="0"/>
          </a:p>
        </p:txBody>
      </p:sp>
      <p:sp>
        <p:nvSpPr>
          <p:cNvPr id="44" name="Text 11"/>
          <p:cNvSpPr/>
          <p:nvPr/>
        </p:nvSpPr>
        <p:spPr>
          <a:xfrm>
            <a:off x="6629400" y="3848100"/>
            <a:ext cx="3282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Hardware-level isolation </a:t>
            </a:r>
            <a:r>
              <a:rPr lang="en-US" sz="12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via hypervisor</a:t>
            </a:r>
            <a:endParaRPr lang="en-US" sz="1200" dirty="0"/>
          </a:p>
        </p:txBody>
      </p:sp>
      <p:sp>
        <p:nvSpPr>
          <p:cNvPr id="45" name="Text 12"/>
          <p:cNvSpPr/>
          <p:nvPr/>
        </p:nvSpPr>
        <p:spPr>
          <a:xfrm>
            <a:off x="1118443" y="4610100"/>
            <a:ext cx="6606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</a:t>
            </a:r>
            <a:endParaRPr lang="en-US" sz="1200" dirty="0"/>
          </a:p>
        </p:txBody>
      </p:sp>
      <p:sp>
        <p:nvSpPr>
          <p:cNvPr id="46" name="Text 13"/>
          <p:cNvSpPr/>
          <p:nvPr/>
        </p:nvSpPr>
        <p:spPr>
          <a:xfrm>
            <a:off x="3669060" y="4610100"/>
            <a:ext cx="14428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Containerisation</a:t>
            </a:r>
            <a:endParaRPr lang="en-US" sz="1200" dirty="0"/>
          </a:p>
        </p:txBody>
      </p:sp>
      <p:sp>
        <p:nvSpPr>
          <p:cNvPr id="47" name="Text 14"/>
          <p:cNvSpPr/>
          <p:nvPr/>
        </p:nvSpPr>
        <p:spPr>
          <a:xfrm>
            <a:off x="8520708" y="4610100"/>
            <a:ext cx="14500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Machines</a:t>
            </a:r>
            <a:endParaRPr lang="en-US" sz="1200" dirty="0"/>
          </a:p>
        </p:txBody>
      </p:sp>
      <p:sp>
        <p:nvSpPr>
          <p:cNvPr id="48" name="Text 15"/>
          <p:cNvSpPr/>
          <p:nvPr/>
        </p:nvSpPr>
        <p:spPr>
          <a:xfrm>
            <a:off x="666750" y="5067300"/>
            <a:ext cx="1454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 Efficiency</a:t>
            </a:r>
            <a:endParaRPr lang="en-US" sz="1200" dirty="0"/>
          </a:p>
        </p:txBody>
      </p:sp>
      <p:sp>
        <p:nvSpPr>
          <p:cNvPr id="49" name="Text 16"/>
          <p:cNvSpPr/>
          <p:nvPr/>
        </p:nvSpPr>
        <p:spPr>
          <a:xfrm>
            <a:off x="3263919" y="5063540"/>
            <a:ext cx="22531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Efficient - minimal overhead</a:t>
            </a:r>
            <a:endParaRPr lang="en-US" sz="1200" dirty="0"/>
          </a:p>
        </p:txBody>
      </p:sp>
      <p:sp>
        <p:nvSpPr>
          <p:cNvPr id="50" name="Text 17"/>
          <p:cNvSpPr/>
          <p:nvPr/>
        </p:nvSpPr>
        <p:spPr>
          <a:xfrm>
            <a:off x="8038415" y="5077828"/>
            <a:ext cx="23651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241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Less efficient - duplicates OS</a:t>
            </a:r>
            <a:endParaRPr lang="en-US" sz="1200" dirty="0"/>
          </a:p>
        </p:txBody>
      </p:sp>
      <p:sp>
        <p:nvSpPr>
          <p:cNvPr id="51" name="Text 18"/>
          <p:cNvSpPr/>
          <p:nvPr/>
        </p:nvSpPr>
        <p:spPr>
          <a:xfrm>
            <a:off x="690116" y="6019800"/>
            <a:ext cx="1353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Insight: </a:t>
            </a:r>
            <a:r>
              <a:rPr lang="en-US" sz="12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Containers provide operational efficiency while maintaining isolation through OS-level resource management.</a:t>
            </a:r>
            <a:endParaRPr lang="en-US" sz="1200" dirty="0"/>
          </a:p>
        </p:txBody>
      </p:sp>
      <p:sp>
        <p:nvSpPr>
          <p:cNvPr id="52" name="Text 19"/>
          <p:cNvSpPr/>
          <p:nvPr/>
        </p:nvSpPr>
        <p:spPr>
          <a:xfrm>
            <a:off x="381000" y="6534150"/>
            <a:ext cx="380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Management and Resource Allocation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9025" y="209550"/>
            <a:ext cx="257175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82400" y="2095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" y="1028700"/>
            <a:ext cx="11582400" cy="838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0" y="2095500"/>
            <a:ext cx="3708350" cy="22669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22860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4003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300" y="2781300"/>
            <a:ext cx="3327350" cy="95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2781300"/>
            <a:ext cx="3327350" cy="95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3028950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3295650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3562350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41750" y="2095500"/>
            <a:ext cx="3708350" cy="22669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32250" y="22860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7025" y="2400300"/>
            <a:ext cx="17145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32250" y="2781300"/>
            <a:ext cx="3327350" cy="952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32250" y="2781300"/>
            <a:ext cx="2218134" cy="952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32250" y="3028950"/>
            <a:ext cx="133350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32250" y="3295650"/>
            <a:ext cx="133350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32250" y="3562350"/>
            <a:ext cx="133350" cy="1333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78701" y="2095500"/>
            <a:ext cx="3708499" cy="22669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69201" y="2286000"/>
            <a:ext cx="381000" cy="381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83501" y="24003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69201" y="2781300"/>
            <a:ext cx="3327499" cy="952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69201" y="2781300"/>
            <a:ext cx="1109067" cy="952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69201" y="3028950"/>
            <a:ext cx="133350" cy="1333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69201" y="3295650"/>
            <a:ext cx="133350" cy="1333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369201" y="3562350"/>
            <a:ext cx="133350" cy="13335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05068" y="4533900"/>
            <a:ext cx="11620232" cy="15240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81263" y="4724400"/>
            <a:ext cx="11430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05075" y="5012155"/>
            <a:ext cx="66675" cy="13335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98558" y="5217193"/>
            <a:ext cx="66675" cy="13335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95300" y="5448300"/>
            <a:ext cx="66675" cy="13335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41" name="Text 0"/>
          <p:cNvSpPr/>
          <p:nvPr/>
        </p:nvSpPr>
        <p:spPr>
          <a:xfrm>
            <a:off x="381000" y="190500"/>
            <a:ext cx="63649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 Limits and Quality of Service</a:t>
            </a:r>
            <a:endParaRPr lang="en-US" sz="2250" dirty="0"/>
          </a:p>
        </p:txBody>
      </p:sp>
      <p:sp>
        <p:nvSpPr>
          <p:cNvPr id="42" name="Text 1"/>
          <p:cNvSpPr/>
          <p:nvPr/>
        </p:nvSpPr>
        <p:spPr>
          <a:xfrm>
            <a:off x="457200" y="1181100"/>
            <a:ext cx="11277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container orchestration platforms like Kubernetes, </a:t>
            </a:r>
            <a:r>
              <a:rPr lang="en-US" sz="135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 limits </a:t>
            </a:r>
            <a:r>
              <a:rPr lang="en-US" sz="13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the amount of CPU, memory, and other resources that a container can consume. These limits are crucial for maintaining system stability and ensuring fair resource distribution.</a:t>
            </a:r>
            <a:endParaRPr lang="en-US" sz="1350" dirty="0"/>
          </a:p>
        </p:txBody>
      </p:sp>
      <p:sp>
        <p:nvSpPr>
          <p:cNvPr id="43" name="Text 2"/>
          <p:cNvSpPr/>
          <p:nvPr/>
        </p:nvSpPr>
        <p:spPr>
          <a:xfrm>
            <a:off x="990600" y="2343150"/>
            <a:ext cx="12705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Guaranteed</a:t>
            </a:r>
            <a:endParaRPr lang="en-US" sz="1500" dirty="0"/>
          </a:p>
        </p:txBody>
      </p:sp>
      <p:sp>
        <p:nvSpPr>
          <p:cNvPr id="44" name="Text 3"/>
          <p:cNvSpPr/>
          <p:nvPr/>
        </p:nvSpPr>
        <p:spPr>
          <a:xfrm>
            <a:off x="704850" y="2990850"/>
            <a:ext cx="33263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Both CPU and memory requests equal to limits</a:t>
            </a:r>
            <a:endParaRPr lang="en-US" sz="1050" dirty="0"/>
          </a:p>
        </p:txBody>
      </p:sp>
      <p:sp>
        <p:nvSpPr>
          <p:cNvPr id="45" name="Text 4"/>
          <p:cNvSpPr/>
          <p:nvPr/>
        </p:nvSpPr>
        <p:spPr>
          <a:xfrm>
            <a:off x="704850" y="3257550"/>
            <a:ext cx="21079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priority for scheduling</a:t>
            </a:r>
            <a:endParaRPr lang="en-US" sz="1050" dirty="0"/>
          </a:p>
        </p:txBody>
      </p:sp>
      <p:sp>
        <p:nvSpPr>
          <p:cNvPr id="46" name="Text 5"/>
          <p:cNvSpPr/>
          <p:nvPr/>
        </p:nvSpPr>
        <p:spPr>
          <a:xfrm>
            <a:off x="704850" y="3524250"/>
            <a:ext cx="36827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Least likely to be evicted during resource contention</a:t>
            </a:r>
            <a:endParaRPr lang="en-US" sz="1050" dirty="0"/>
          </a:p>
        </p:txBody>
      </p:sp>
      <p:sp>
        <p:nvSpPr>
          <p:cNvPr id="47" name="Text 6"/>
          <p:cNvSpPr/>
          <p:nvPr/>
        </p:nvSpPr>
        <p:spPr>
          <a:xfrm>
            <a:off x="495300" y="3829050"/>
            <a:ext cx="39928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Critical system services</a:t>
            </a:r>
            <a:endParaRPr lang="en-US" sz="900" dirty="0"/>
          </a:p>
        </p:txBody>
      </p:sp>
      <p:sp>
        <p:nvSpPr>
          <p:cNvPr id="48" name="Text 7"/>
          <p:cNvSpPr/>
          <p:nvPr/>
        </p:nvSpPr>
        <p:spPr>
          <a:xfrm>
            <a:off x="4927550" y="2343150"/>
            <a:ext cx="10544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1620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Burstable</a:t>
            </a:r>
            <a:endParaRPr lang="en-US" sz="1500" dirty="0"/>
          </a:p>
        </p:txBody>
      </p:sp>
      <p:sp>
        <p:nvSpPr>
          <p:cNvPr id="49" name="Text 8"/>
          <p:cNvSpPr/>
          <p:nvPr/>
        </p:nvSpPr>
        <p:spPr>
          <a:xfrm>
            <a:off x="4641800" y="2990850"/>
            <a:ext cx="33086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least one resource request less than its limit</a:t>
            </a:r>
            <a:endParaRPr lang="en-US" sz="1050" dirty="0"/>
          </a:p>
        </p:txBody>
      </p:sp>
      <p:sp>
        <p:nvSpPr>
          <p:cNvPr id="50" name="Text 9"/>
          <p:cNvSpPr/>
          <p:nvPr/>
        </p:nvSpPr>
        <p:spPr>
          <a:xfrm>
            <a:off x="4641800" y="3257550"/>
            <a:ext cx="225028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Requests but no limits specified</a:t>
            </a:r>
            <a:endParaRPr lang="en-US" sz="1050" dirty="0"/>
          </a:p>
        </p:txBody>
      </p:sp>
      <p:sp>
        <p:nvSpPr>
          <p:cNvPr id="51" name="Text 10"/>
          <p:cNvSpPr/>
          <p:nvPr/>
        </p:nvSpPr>
        <p:spPr>
          <a:xfrm>
            <a:off x="4641800" y="3524250"/>
            <a:ext cx="3117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burst beyond requests if resources are available</a:t>
            </a:r>
            <a:endParaRPr lang="en-US" sz="1050" dirty="0"/>
          </a:p>
        </p:txBody>
      </p:sp>
      <p:sp>
        <p:nvSpPr>
          <p:cNvPr id="52" name="Text 11"/>
          <p:cNvSpPr/>
          <p:nvPr/>
        </p:nvSpPr>
        <p:spPr>
          <a:xfrm>
            <a:off x="4432250" y="4019550"/>
            <a:ext cx="39928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Web servers with variable load</a:t>
            </a:r>
            <a:endParaRPr lang="en-US" sz="900" dirty="0"/>
          </a:p>
        </p:txBody>
      </p:sp>
      <p:sp>
        <p:nvSpPr>
          <p:cNvPr id="53" name="Text 12"/>
          <p:cNvSpPr/>
          <p:nvPr/>
        </p:nvSpPr>
        <p:spPr>
          <a:xfrm>
            <a:off x="8864501" y="2343150"/>
            <a:ext cx="1104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BestEffort</a:t>
            </a:r>
            <a:endParaRPr lang="en-US" sz="1500" dirty="0"/>
          </a:p>
        </p:txBody>
      </p:sp>
      <p:sp>
        <p:nvSpPr>
          <p:cNvPr id="54" name="Text 13"/>
          <p:cNvSpPr/>
          <p:nvPr/>
        </p:nvSpPr>
        <p:spPr>
          <a:xfrm>
            <a:off x="8578751" y="2990850"/>
            <a:ext cx="280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resource requests or limits specified</a:t>
            </a:r>
            <a:endParaRPr lang="en-US" sz="1050" dirty="0"/>
          </a:p>
        </p:txBody>
      </p:sp>
      <p:sp>
        <p:nvSpPr>
          <p:cNvPr id="55" name="Text 14"/>
          <p:cNvSpPr/>
          <p:nvPr/>
        </p:nvSpPr>
        <p:spPr>
          <a:xfrm>
            <a:off x="8578751" y="3257550"/>
            <a:ext cx="20724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Lowest priority for scheduling</a:t>
            </a:r>
            <a:endParaRPr lang="en-US" sz="1050" dirty="0"/>
          </a:p>
        </p:txBody>
      </p:sp>
      <p:sp>
        <p:nvSpPr>
          <p:cNvPr id="56" name="Text 15"/>
          <p:cNvSpPr/>
          <p:nvPr/>
        </p:nvSpPr>
        <p:spPr>
          <a:xfrm>
            <a:off x="8578751" y="3524250"/>
            <a:ext cx="30060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to be evicted during resource scarcity</a:t>
            </a:r>
            <a:endParaRPr lang="en-US" sz="1050" dirty="0"/>
          </a:p>
        </p:txBody>
      </p:sp>
      <p:sp>
        <p:nvSpPr>
          <p:cNvPr id="57" name="Text 16"/>
          <p:cNvSpPr/>
          <p:nvPr/>
        </p:nvSpPr>
        <p:spPr>
          <a:xfrm>
            <a:off x="8369201" y="3829050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Example: Batch jobs, cron tasks</a:t>
            </a:r>
            <a:endParaRPr lang="en-US" sz="900" dirty="0"/>
          </a:p>
        </p:txBody>
      </p:sp>
      <p:sp>
        <p:nvSpPr>
          <p:cNvPr id="59" name="Text 18"/>
          <p:cNvSpPr/>
          <p:nvPr/>
        </p:nvSpPr>
        <p:spPr>
          <a:xfrm>
            <a:off x="685800" y="4686300"/>
            <a:ext cx="537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Key Takeaways</a:t>
            </a:r>
            <a:endParaRPr lang="en-US" sz="1200" dirty="0"/>
          </a:p>
        </p:txBody>
      </p:sp>
      <p:sp>
        <p:nvSpPr>
          <p:cNvPr id="60" name="Text 19"/>
          <p:cNvSpPr/>
          <p:nvPr/>
        </p:nvSpPr>
        <p:spPr>
          <a:xfrm>
            <a:off x="706636" y="4965032"/>
            <a:ext cx="57989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Resource limits prevent containers from using more than their allocated resources</a:t>
            </a:r>
            <a:endParaRPr lang="en-US" sz="1050" dirty="0"/>
          </a:p>
        </p:txBody>
      </p:sp>
      <p:sp>
        <p:nvSpPr>
          <p:cNvPr id="61" name="Text 20"/>
          <p:cNvSpPr/>
          <p:nvPr/>
        </p:nvSpPr>
        <p:spPr>
          <a:xfrm>
            <a:off x="706978" y="5181600"/>
            <a:ext cx="54937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QoS classes provide differentiated service levels with varying eviction policies</a:t>
            </a:r>
            <a:endParaRPr lang="en-US" sz="1050" dirty="0"/>
          </a:p>
        </p:txBody>
      </p:sp>
      <p:sp>
        <p:nvSpPr>
          <p:cNvPr id="62" name="Text 21"/>
          <p:cNvSpPr/>
          <p:nvPr/>
        </p:nvSpPr>
        <p:spPr>
          <a:xfrm>
            <a:off x="704850" y="5410200"/>
            <a:ext cx="600342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Proper resource allocation is critical for maintaining system stability and performance</a:t>
            </a:r>
            <a:endParaRPr lang="en-US" sz="1050" dirty="0"/>
          </a:p>
        </p:txBody>
      </p:sp>
      <p:sp>
        <p:nvSpPr>
          <p:cNvPr id="63" name="Text 22"/>
          <p:cNvSpPr/>
          <p:nvPr/>
        </p:nvSpPr>
        <p:spPr>
          <a:xfrm>
            <a:off x="381000" y="6534150"/>
            <a:ext cx="380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Management and Resource Allocation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7600" y="20955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82400" y="2095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00" y="876300"/>
            <a:ext cx="5829300" cy="415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" y="1066800"/>
            <a:ext cx="25717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" y="1524000"/>
            <a:ext cx="2667000" cy="1485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167640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24200" y="1524000"/>
            <a:ext cx="2667000" cy="14859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76600" y="1676400"/>
            <a:ext cx="17145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900" y="3124200"/>
            <a:ext cx="2667000" cy="1295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5300" y="327660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124200" y="3124200"/>
            <a:ext cx="2667000" cy="1295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76600" y="327660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876300"/>
            <a:ext cx="5829300" cy="415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1066800"/>
            <a:ext cx="257175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1524000"/>
            <a:ext cx="5448300" cy="1600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3200" y="1676400"/>
            <a:ext cx="219075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82200" y="2057400"/>
            <a:ext cx="914400" cy="914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3238500"/>
            <a:ext cx="5448300" cy="1600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53200" y="3390900"/>
            <a:ext cx="19050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82200" y="3771900"/>
            <a:ext cx="914400" cy="914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2400" y="5105400"/>
            <a:ext cx="11887200" cy="342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28600" y="5210175"/>
            <a:ext cx="104775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190500"/>
            <a:ext cx="41655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Monitoring Tools</a:t>
            </a:r>
            <a:endParaRPr lang="en-US" sz="2250" dirty="0"/>
          </a:p>
        </p:txBody>
      </p:sp>
      <p:sp>
        <p:nvSpPr>
          <p:cNvPr id="29" name="Text 1"/>
          <p:cNvSpPr/>
          <p:nvPr/>
        </p:nvSpPr>
        <p:spPr>
          <a:xfrm>
            <a:off x="714375" y="1066800"/>
            <a:ext cx="306359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F766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Command-Line Utilities</a:t>
            </a:r>
            <a:endParaRPr lang="en-US" sz="1800" dirty="0"/>
          </a:p>
        </p:txBody>
      </p:sp>
      <p:sp>
        <p:nvSpPr>
          <p:cNvPr id="30" name="Text 2"/>
          <p:cNvSpPr/>
          <p:nvPr/>
        </p:nvSpPr>
        <p:spPr>
          <a:xfrm>
            <a:off x="762000" y="1676400"/>
            <a:ext cx="3554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</a:t>
            </a:r>
            <a:endParaRPr lang="en-US" sz="1500" dirty="0"/>
          </a:p>
        </p:txBody>
      </p:sp>
      <p:sp>
        <p:nvSpPr>
          <p:cNvPr id="31" name="Text 3"/>
          <p:cNvSpPr/>
          <p:nvPr/>
        </p:nvSpPr>
        <p:spPr>
          <a:xfrm>
            <a:off x="495300" y="2019300"/>
            <a:ext cx="2834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Use: 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process monitoring</a:t>
            </a:r>
            <a:endParaRPr lang="en-US" sz="1050" dirty="0"/>
          </a:p>
        </p:txBody>
      </p:sp>
      <p:sp>
        <p:nvSpPr>
          <p:cNvPr id="32" name="Text 4"/>
          <p:cNvSpPr/>
          <p:nvPr/>
        </p:nvSpPr>
        <p:spPr>
          <a:xfrm>
            <a:off x="495300" y="2286000"/>
            <a:ext cx="236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Metrics: 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%MEM per process, total/free/used memory</a:t>
            </a:r>
            <a:endParaRPr lang="en-US" sz="1050" dirty="0"/>
          </a:p>
        </p:txBody>
      </p:sp>
      <p:sp>
        <p:nvSpPr>
          <p:cNvPr id="33" name="Text 5"/>
          <p:cNvSpPr/>
          <p:nvPr/>
        </p:nvSpPr>
        <p:spPr>
          <a:xfrm>
            <a:off x="3524250" y="1676400"/>
            <a:ext cx="4195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free</a:t>
            </a:r>
            <a:endParaRPr lang="en-US" sz="1500" dirty="0"/>
          </a:p>
        </p:txBody>
      </p:sp>
      <p:sp>
        <p:nvSpPr>
          <p:cNvPr id="34" name="Text 6"/>
          <p:cNvSpPr/>
          <p:nvPr/>
        </p:nvSpPr>
        <p:spPr>
          <a:xfrm>
            <a:off x="3276600" y="2019300"/>
            <a:ext cx="236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Use: 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 and swap memory overview</a:t>
            </a:r>
            <a:endParaRPr lang="en-US" sz="1050" dirty="0"/>
          </a:p>
        </p:txBody>
      </p:sp>
      <p:sp>
        <p:nvSpPr>
          <p:cNvPr id="35" name="Text 7"/>
          <p:cNvSpPr/>
          <p:nvPr/>
        </p:nvSpPr>
        <p:spPr>
          <a:xfrm>
            <a:off x="3276600" y="2476500"/>
            <a:ext cx="236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Metrics: 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Total, used, free, shared, buff/cache</a:t>
            </a:r>
            <a:endParaRPr lang="en-US" sz="1050" dirty="0"/>
          </a:p>
        </p:txBody>
      </p:sp>
      <p:sp>
        <p:nvSpPr>
          <p:cNvPr id="36" name="Text 8"/>
          <p:cNvSpPr/>
          <p:nvPr/>
        </p:nvSpPr>
        <p:spPr>
          <a:xfrm>
            <a:off x="762000" y="3276600"/>
            <a:ext cx="7370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vmstat</a:t>
            </a:r>
            <a:endParaRPr lang="en-US" sz="1500" dirty="0"/>
          </a:p>
        </p:txBody>
      </p:sp>
      <p:sp>
        <p:nvSpPr>
          <p:cNvPr id="37" name="Text 9"/>
          <p:cNvSpPr/>
          <p:nvPr/>
        </p:nvSpPr>
        <p:spPr>
          <a:xfrm>
            <a:off x="495300" y="3619500"/>
            <a:ext cx="2834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Use: 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 memory statistics</a:t>
            </a:r>
            <a:endParaRPr lang="en-US" sz="1050" dirty="0"/>
          </a:p>
        </p:txBody>
      </p:sp>
      <p:sp>
        <p:nvSpPr>
          <p:cNvPr id="38" name="Text 10"/>
          <p:cNvSpPr/>
          <p:nvPr/>
        </p:nvSpPr>
        <p:spPr>
          <a:xfrm>
            <a:off x="495300" y="3886200"/>
            <a:ext cx="2834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Metrics: 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swpd, free, buff, cache</a:t>
            </a:r>
            <a:endParaRPr lang="en-US" sz="1050" dirty="0"/>
          </a:p>
        </p:txBody>
      </p:sp>
      <p:sp>
        <p:nvSpPr>
          <p:cNvPr id="39" name="Text 11"/>
          <p:cNvSpPr/>
          <p:nvPr/>
        </p:nvSpPr>
        <p:spPr>
          <a:xfrm>
            <a:off x="3543300" y="3276600"/>
            <a:ext cx="4950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htop</a:t>
            </a:r>
            <a:endParaRPr lang="en-US" sz="1500" dirty="0"/>
          </a:p>
        </p:txBody>
      </p:sp>
      <p:sp>
        <p:nvSpPr>
          <p:cNvPr id="40" name="Text 12"/>
          <p:cNvSpPr/>
          <p:nvPr/>
        </p:nvSpPr>
        <p:spPr>
          <a:xfrm>
            <a:off x="3276600" y="3619500"/>
            <a:ext cx="2834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Use: 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process viewer</a:t>
            </a:r>
            <a:endParaRPr lang="en-US" sz="1050" dirty="0"/>
          </a:p>
        </p:txBody>
      </p:sp>
      <p:sp>
        <p:nvSpPr>
          <p:cNvPr id="41" name="Text 13"/>
          <p:cNvSpPr/>
          <p:nvPr/>
        </p:nvSpPr>
        <p:spPr>
          <a:xfrm>
            <a:off x="3276600" y="3886200"/>
            <a:ext cx="236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Metrics: 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bar, RES (resident memory)</a:t>
            </a:r>
            <a:endParaRPr lang="en-US" sz="1050" dirty="0"/>
          </a:p>
        </p:txBody>
      </p:sp>
      <p:sp>
        <p:nvSpPr>
          <p:cNvPr id="42" name="Text 14"/>
          <p:cNvSpPr/>
          <p:nvPr/>
        </p:nvSpPr>
        <p:spPr>
          <a:xfrm>
            <a:off x="6772275" y="1066800"/>
            <a:ext cx="26376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Graphical Interfaces</a:t>
            </a:r>
            <a:endParaRPr lang="en-US" sz="1800" dirty="0"/>
          </a:p>
        </p:txBody>
      </p:sp>
      <p:sp>
        <p:nvSpPr>
          <p:cNvPr id="43" name="Text 15"/>
          <p:cNvSpPr/>
          <p:nvPr/>
        </p:nvSpPr>
        <p:spPr>
          <a:xfrm>
            <a:off x="6848475" y="1676400"/>
            <a:ext cx="25724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Task Manager</a:t>
            </a:r>
            <a:endParaRPr lang="en-US" sz="1500" dirty="0"/>
          </a:p>
        </p:txBody>
      </p:sp>
      <p:sp>
        <p:nvSpPr>
          <p:cNvPr id="44" name="Text 16"/>
          <p:cNvSpPr/>
          <p:nvPr/>
        </p:nvSpPr>
        <p:spPr>
          <a:xfrm>
            <a:off x="6553200" y="2057400"/>
            <a:ext cx="30175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Use: 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usage overview</a:t>
            </a:r>
            <a:endParaRPr lang="en-US" sz="1050" dirty="0"/>
          </a:p>
        </p:txBody>
      </p:sp>
      <p:sp>
        <p:nvSpPr>
          <p:cNvPr id="45" name="Text 17"/>
          <p:cNvSpPr/>
          <p:nvPr/>
        </p:nvSpPr>
        <p:spPr>
          <a:xfrm>
            <a:off x="6553200" y="2286000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Metrics: 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Committed, cached, available memory</a:t>
            </a:r>
            <a:endParaRPr lang="en-US" sz="1050" dirty="0"/>
          </a:p>
        </p:txBody>
      </p:sp>
      <p:sp>
        <p:nvSpPr>
          <p:cNvPr id="46" name="Text 18"/>
          <p:cNvSpPr/>
          <p:nvPr/>
        </p:nvSpPr>
        <p:spPr>
          <a:xfrm>
            <a:off x="10130611" y="2305050"/>
            <a:ext cx="61757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</a:t>
            </a:r>
            <a:endParaRPr lang="en-US" sz="900" dirty="0"/>
          </a:p>
        </p:txBody>
      </p:sp>
      <p:sp>
        <p:nvSpPr>
          <p:cNvPr id="47" name="Text 19"/>
          <p:cNvSpPr/>
          <p:nvPr/>
        </p:nvSpPr>
        <p:spPr>
          <a:xfrm>
            <a:off x="10130611" y="2457450"/>
            <a:ext cx="6175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A58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Usage</a:t>
            </a:r>
            <a:endParaRPr lang="en-US" sz="1350" dirty="0"/>
          </a:p>
        </p:txBody>
      </p:sp>
      <p:sp>
        <p:nvSpPr>
          <p:cNvPr id="48" name="Text 20"/>
          <p:cNvSpPr/>
          <p:nvPr/>
        </p:nvSpPr>
        <p:spPr>
          <a:xfrm>
            <a:off x="6819900" y="3390900"/>
            <a:ext cx="30080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Resource Monitor</a:t>
            </a:r>
            <a:endParaRPr lang="en-US" sz="1500" dirty="0"/>
          </a:p>
        </p:txBody>
      </p:sp>
      <p:sp>
        <p:nvSpPr>
          <p:cNvPr id="49" name="Text 21"/>
          <p:cNvSpPr/>
          <p:nvPr/>
        </p:nvSpPr>
        <p:spPr>
          <a:xfrm>
            <a:off x="6553200" y="3771900"/>
            <a:ext cx="30175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Use: 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Detailed memory inspection</a:t>
            </a:r>
            <a:endParaRPr lang="en-US" sz="1050" dirty="0"/>
          </a:p>
        </p:txBody>
      </p:sp>
      <p:sp>
        <p:nvSpPr>
          <p:cNvPr id="50" name="Text 22"/>
          <p:cNvSpPr/>
          <p:nvPr/>
        </p:nvSpPr>
        <p:spPr>
          <a:xfrm>
            <a:off x="6553200" y="4000500"/>
            <a:ext cx="2514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Features: 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Per-process memory, hard faults</a:t>
            </a:r>
            <a:endParaRPr lang="en-US" sz="1050" dirty="0"/>
          </a:p>
        </p:txBody>
      </p:sp>
      <p:sp>
        <p:nvSpPr>
          <p:cNvPr id="51" name="Text 23"/>
          <p:cNvSpPr/>
          <p:nvPr/>
        </p:nvSpPr>
        <p:spPr>
          <a:xfrm>
            <a:off x="10102036" y="4019550"/>
            <a:ext cx="6747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</a:t>
            </a:r>
            <a:endParaRPr lang="en-US" sz="900" dirty="0"/>
          </a:p>
        </p:txBody>
      </p:sp>
      <p:sp>
        <p:nvSpPr>
          <p:cNvPr id="52" name="Text 24"/>
          <p:cNvSpPr/>
          <p:nvPr/>
        </p:nvSpPr>
        <p:spPr>
          <a:xfrm>
            <a:off x="10102036" y="4171950"/>
            <a:ext cx="6747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Details</a:t>
            </a:r>
            <a:endParaRPr lang="en-US" sz="1350" dirty="0"/>
          </a:p>
        </p:txBody>
      </p:sp>
      <p:sp>
        <p:nvSpPr>
          <p:cNvPr id="53" name="Text 25"/>
          <p:cNvSpPr/>
          <p:nvPr/>
        </p:nvSpPr>
        <p:spPr>
          <a:xfrm>
            <a:off x="446633" y="5181600"/>
            <a:ext cx="140817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Insight: </a:t>
            </a:r>
            <a:r>
              <a:rPr lang="en-US" sz="105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Effective memory monitoring is crucial for diagnosing bottlenecks and optimizing resource utilization.</a:t>
            </a:r>
            <a:endParaRPr lang="en-US" sz="1050" dirty="0"/>
          </a:p>
        </p:txBody>
      </p:sp>
      <p:sp>
        <p:nvSpPr>
          <p:cNvPr id="54" name="Text 26"/>
          <p:cNvSpPr/>
          <p:nvPr/>
        </p:nvSpPr>
        <p:spPr>
          <a:xfrm>
            <a:off x="381000" y="6534150"/>
            <a:ext cx="380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Management and Resource Allocation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23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77600" y="209550"/>
            <a:ext cx="228600" cy="304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82400" y="2095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952500"/>
            <a:ext cx="11734800" cy="2933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0" y="114300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100" y="1562100"/>
            <a:ext cx="56007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1562100"/>
            <a:ext cx="5600700" cy="609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" y="2324100"/>
            <a:ext cx="56007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2324100"/>
            <a:ext cx="56007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" y="3086100"/>
            <a:ext cx="560070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72200" y="3086100"/>
            <a:ext cx="5600700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8600" y="4114800"/>
            <a:ext cx="11734800" cy="1104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4267200"/>
            <a:ext cx="14287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8600" y="5372100"/>
            <a:ext cx="11734800" cy="723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438900"/>
            <a:ext cx="12192000" cy="4191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190500"/>
            <a:ext cx="29537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Questions</a:t>
            </a:r>
            <a:endParaRPr lang="en-US" sz="2250" dirty="0"/>
          </a:p>
        </p:txBody>
      </p:sp>
      <p:sp>
        <p:nvSpPr>
          <p:cNvPr id="23" name="Text 1"/>
          <p:cNvSpPr/>
          <p:nvPr/>
        </p:nvSpPr>
        <p:spPr>
          <a:xfrm>
            <a:off x="685800" y="1143000"/>
            <a:ext cx="2832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E22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Questions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533400" y="1676400"/>
            <a:ext cx="537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7E22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Which command-line tool would you use to monitor the memory usage of a specific process in real-time?</a:t>
            </a:r>
            <a:endParaRPr lang="en-US" sz="1050" dirty="0"/>
          </a:p>
        </p:txBody>
      </p:sp>
      <p:sp>
        <p:nvSpPr>
          <p:cNvPr id="25" name="Text 3"/>
          <p:cNvSpPr/>
          <p:nvPr/>
        </p:nvSpPr>
        <p:spPr>
          <a:xfrm>
            <a:off x="6286500" y="1676400"/>
            <a:ext cx="529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7E22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GB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paging and segmentation as memory management techniques. What are the strengths and weaknesses of each approach?</a:t>
            </a:r>
            <a:endParaRPr lang="en-US" sz="1050" dirty="0"/>
          </a:p>
        </p:txBody>
      </p:sp>
      <p:sp>
        <p:nvSpPr>
          <p:cNvPr id="26" name="Text 4"/>
          <p:cNvSpPr/>
          <p:nvPr/>
        </p:nvSpPr>
        <p:spPr>
          <a:xfrm>
            <a:off x="533400" y="2438400"/>
            <a:ext cx="537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7E22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How would you identify memory leaks in a long-running application using the tools discussed?</a:t>
            </a:r>
            <a:endParaRPr lang="en-US" sz="1050" dirty="0"/>
          </a:p>
        </p:txBody>
      </p:sp>
      <p:sp>
        <p:nvSpPr>
          <p:cNvPr id="27" name="Text 5"/>
          <p:cNvSpPr/>
          <p:nvPr/>
        </p:nvSpPr>
        <p:spPr>
          <a:xfrm>
            <a:off x="6286500" y="2438400"/>
            <a:ext cx="537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7E22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Compare the advantages of using graphical monitoring tools versus command-line utilities in production environments.</a:t>
            </a:r>
            <a:endParaRPr lang="en-US" sz="1050" dirty="0"/>
          </a:p>
        </p:txBody>
      </p:sp>
      <p:sp>
        <p:nvSpPr>
          <p:cNvPr id="28" name="Text 6"/>
          <p:cNvSpPr/>
          <p:nvPr/>
        </p:nvSpPr>
        <p:spPr>
          <a:xfrm>
            <a:off x="533400" y="3200400"/>
            <a:ext cx="537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7E22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Explain the differences between First-Fit, Best-Fit, and Worst-Fit memory allocation algorithms and their impact on memory fragmentation.</a:t>
            </a:r>
            <a:endParaRPr lang="en-US" sz="1050" dirty="0"/>
          </a:p>
        </p:txBody>
      </p:sp>
      <p:sp>
        <p:nvSpPr>
          <p:cNvPr id="29" name="Text 7"/>
          <p:cNvSpPr/>
          <p:nvPr/>
        </p:nvSpPr>
        <p:spPr>
          <a:xfrm>
            <a:off x="6286500" y="3200400"/>
            <a:ext cx="5372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7E22C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6.</a:t>
            </a:r>
            <a:r>
              <a:rPr lang="en-US" sz="105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How do Linux namespaces and cgroups contribute to resource isolation in multi-tenant environments?</a:t>
            </a:r>
            <a:endParaRPr lang="en-US" sz="1050" dirty="0"/>
          </a:p>
        </p:txBody>
      </p:sp>
      <p:sp>
        <p:nvSpPr>
          <p:cNvPr id="30" name="Text 8"/>
          <p:cNvSpPr/>
          <p:nvPr/>
        </p:nvSpPr>
        <p:spPr>
          <a:xfrm>
            <a:off x="600075" y="4267200"/>
            <a:ext cx="16803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Reflection Points</a:t>
            </a:r>
            <a:endParaRPr lang="en-US" sz="1350" dirty="0"/>
          </a:p>
        </p:txBody>
      </p:sp>
      <p:sp>
        <p:nvSpPr>
          <p:cNvPr id="31" name="Text 9"/>
          <p:cNvSpPr/>
          <p:nvPr/>
        </p:nvSpPr>
        <p:spPr>
          <a:xfrm>
            <a:off x="381000" y="46101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Consider how these memory management and resource allocation concepts apply in modern cloud-native applications, containerized environments, and multi-tenant systems.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381000" y="6534150"/>
            <a:ext cx="380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Management and Resource Allocation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1658</Words>
  <Application>Microsoft Macintosh PowerPoint</Application>
  <PresentationFormat>Widescreen</PresentationFormat>
  <Paragraphs>287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Tanaya Jayprakash Bowade (Student)</cp:lastModifiedBy>
  <cp:revision>2</cp:revision>
  <dcterms:created xsi:type="dcterms:W3CDTF">2025-10-17T16:23:10Z</dcterms:created>
  <dcterms:modified xsi:type="dcterms:W3CDTF">2025-10-18T20:01:54Z</dcterms:modified>
</cp:coreProperties>
</file>